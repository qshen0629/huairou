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页｜谁在替我说话？</a:t>
            </a:r>
          </a:p>
          <a:p>
            <a:r>
              <a:t>用时：1 分钟</a:t>
            </a:r>
          </a:p>
          <a:p/>
          <a:p>
            <a:r>
              <a:t>开场只提出一个问题：如果声音和脸都能生成，我们凭什么判断一个人真的表达过？</a:t>
            </a:r>
          </a:p>
          <a:p>
            <a:r>
              <a:t>今天会展示本人授权制作的数字分身，部分材料明确标注为合成。先看真实效果，再拆机制。</a:t>
            </a:r>
          </a:p>
          <a:p>
            <a:r>
              <a:t>封面虚构肖像仅用于视觉示意，不代表讲师，不是假装已经完成了真人克隆。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页｜一个我在讲台上，另一个我在屏幕里。</a:t>
            </a:r>
          </a:p>
          <a:p>
            <a:r>
              <a:t>用时：3 分钟</a:t>
            </a:r>
          </a:p>
          <a:p/>
          <a:p>
            <a:r>
              <a:t>主展示：播放本人数字分身开场片段，建议 10–15 秒，随后可重放一次。</a:t>
            </a:r>
          </a:p>
          <a:p>
            <a:r>
              <a:t>建议台词：‘你现在看到的是我的数字分身。这段话没有被我录下来，而是由人工智能生成的。’</a:t>
            </a:r>
          </a:p>
          <a:p>
            <a:r>
              <a:t>保持本人在讲台上，形成直观对照。问：画面、声音、台词，这三部分里哪些来自我？哪些由模型生成？</a:t>
            </a:r>
          </a:p>
          <a:p>
            <a:r>
              <a:t>本页会在文件存在时嵌入 assets/output/02_talking_ai.mp4；当前若没有该文件，显示的是明确标注的视觉示意海报。</a:t>
            </a:r>
          </a:p>
          <a:p>
            <a:r>
              <a:t>PowerPoint 中单击视频播放；PDF 是静态海报。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页｜把一个“像我的人”拆开</a:t>
            </a:r>
          </a:p>
          <a:p>
            <a:r>
              <a:t>用时：1 分钟</a:t>
            </a:r>
          </a:p>
          <a:p/>
          <a:p>
            <a:r>
              <a:t>用刚才片段来回答，不做猜中与猜错的计分。</a:t>
            </a:r>
          </a:p>
          <a:p>
            <a:r>
              <a:t>三项来源：声音身份线索来自参考录音；外观来自照片/视频；台词由作者输入。运动则由音频驱动或从动作视频迁移。</a:t>
            </a:r>
          </a:p>
          <a:p>
            <a:r>
              <a:t>这一页强调可分离、可重组，并不声称所有系统都能完全独立控制每项特征。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页｜先拿掉画面，只听声音。</a:t>
            </a:r>
          </a:p>
          <a:p>
            <a:r>
              <a:t>用时：2 分钟</a:t>
            </a:r>
          </a:p>
          <a:p/>
          <a:p>
            <a:r>
              <a:t>对照听音：A 插入 assets/input/teacher_real.wav；B 插入 assets/output/01_voice_ai.wav。均读 comparison_text.txt，音量接近。</a:t>
            </a:r>
          </a:p>
          <a:p>
            <a:r>
              <a:t>提问：你依据的是音色、节奏、呼吸，还是已经知道的上下文？允许判断不确定。</a:t>
            </a:r>
          </a:p>
          <a:p>
            <a:r>
              <a:t>A 原声、B 合成。竞猜后在当前页口头揭晓，不延迟制造误会。波形只是结构示意，不是两段录音的测量图。</a:t>
            </a:r>
          </a:p>
          <a:p>
            <a:r>
              <a:t>模板没有捏造音频；在 PowerPoint/Keynote 中将两段实际音频分别插入 A/B 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页｜声音不是把旧录音剪成新句子。</a:t>
            </a:r>
          </a:p>
          <a:p>
            <a:r>
              <a:t>用时：3 分钟</a:t>
            </a:r>
          </a:p>
          <a:p/>
          <a:p>
            <a:r>
              <a:t>展示主线的输入输出：参考录音、录音逐字稿与新台词，经过 F5-TTS，生成新声音。</a:t>
            </a:r>
          </a:p>
          <a:p>
            <a:r>
              <a:t>建议先播放参考录音，再显示一段完全不同的新台词。模型参考声音特点生成新的声学信号，而不是把原录音中的每个字剪出来拼接。</a:t>
            </a:r>
          </a:p>
          <a:p>
            <a:r>
              <a:t>零样本指不针对这个说话人专门微调，不是从零训练模型。模型已经从大量语音/文字数据中学习过关系。</a:t>
            </a:r>
          </a:p>
          <a:p>
            <a:r>
              <a:t>来源：https://github.com/SWivid/F5-TTS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页｜几秒钟样本，接上一个已经学过的模型。</a:t>
            </a:r>
          </a:p>
          <a:p>
            <a:r>
              <a:t>用时：2 分钟</a:t>
            </a:r>
          </a:p>
          <a:p/>
          <a:p>
            <a:r>
              <a:t>先区分训练与推理。左侧是模型此前的学习，右侧是本次生成。我们本次提供的短录音只是条件信息，不是整个模型的训练数据。</a:t>
            </a:r>
          </a:p>
          <a:p>
            <a:r>
              <a:t>简要解释：声音可以表示为波形，也可以用时频表示帮助模型处理；模型学习文字与声学表现的关系，再结合参考语音生成。</a:t>
            </a:r>
          </a:p>
          <a:p>
            <a:r>
              <a:t>频谱图是结构示意，不是真人录音的分析结果；无需讲网络层数或优化公式。</a:t>
            </a:r>
          </a:p>
          <a:p>
            <a:r>
              <a:t>来源：F5-TTS 官方代码、推理说明。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页｜再给这段声音一张脸。</a:t>
            </a:r>
          </a:p>
          <a:p>
            <a:r>
              <a:t>用时：2 分钟</a:t>
            </a:r>
          </a:p>
          <a:p/>
          <a:p>
            <a:r>
              <a:t>再次播放照片说话片段，重点看嘴部、眼部表情、头部姿态的变化。</a:t>
            </a:r>
          </a:p>
          <a:p>
            <a:r>
              <a:t>主线使用 SadTalker：单张照片给外观信息，音频驱动模型预测面部运动参数，再生成逐帧画面。</a:t>
            </a:r>
          </a:p>
          <a:p>
            <a:r>
              <a:t>这里不把人像动画说成狭义换脸。右图是虚构人物外观参照，结构线只是原生示意图。</a:t>
            </a:r>
          </a:p>
          <a:p>
            <a:r>
              <a:t>来源：https://github.com/OpenTalker/SadTalker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页｜中间发生了什么？</a:t>
            </a:r>
          </a:p>
          <a:p>
            <a:r>
              <a:t>用时：3 分钟</a:t>
            </a:r>
          </a:p>
          <a:p/>
          <a:p>
            <a:r>
              <a:t>按从左到右的顺序，解释声音如何变成会说话的画面。</a:t>
            </a:r>
          </a:p>
          <a:p>
            <a:r>
              <a:t>第一步，模型分析音频中的发音与时间变化；第二步，预测面部表情和头部姿态等运动参数；第三步，结合照片生成连续帧。</a:t>
            </a:r>
          </a:p>
          <a:p>
            <a:r>
              <a:t>三个小图是运动与连续帧的概念示意，不能当作模型真实可视化。实际 SadTalker 使用三维运动系数；精确网络结构留给教师参考。</a:t>
            </a:r>
          </a:p>
          <a:p>
            <a:r>
              <a:t>关键结论：视频里的变化可以被生成；播放的流畅性不是现场拍摄的证明。</a:t>
            </a:r>
          </a:p>
          <a:p>
            <a:r>
              <a:t>来源：SadTalker 官方论文与仓库。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页｜“换脸”，其实包含不同的事。</a:t>
            </a:r>
          </a:p>
          <a:p>
            <a:r>
              <a:t>用时：2 分钟</a:t>
            </a:r>
          </a:p>
          <a:p/>
          <a:p>
            <a:r>
              <a:t>按输入与变化部分区分，避免把所有人脸生成统称为一个技术。</a:t>
            </a:r>
          </a:p>
          <a:p>
            <a:r>
              <a:t>换脸：在已有视频中替换人物身份外观；照片说话：让静态肖像随音频产生运动；表情迁移：把驱动视频的运动转到目标肖像。</a:t>
            </a:r>
          </a:p>
          <a:p>
            <a:r>
              <a:t>本课主展示是声音克隆 + 照片说话，可选扩展是 LivePortrait 表情迁移。LivePortrait 不会直接根据一段新音频自动做对应口型。</a:t>
            </a:r>
          </a:p>
          <a:p>
            <a:r>
              <a:t>来源：SadTalker、LivePortrait 官方仓库。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页｜这次展示，用到的是这条制作链。</a:t>
            </a:r>
          </a:p>
          <a:p>
            <a:r>
              <a:t>用时：2 分钟</a:t>
            </a:r>
          </a:p>
          <a:p/>
          <a:p>
            <a:r>
              <a:t>把上一段技术解释落回你实际使用的项目，展示输入与产物。</a:t>
            </a:r>
          </a:p>
          <a:p>
            <a:r>
              <a:t>本人参考录音与准确逐字稿、新台词，经 F5-TTS 生成声音；本人照片与生成音频，经 SadTalker 生成视频；最后加入明确合成标识。</a:t>
            </a:r>
          </a:p>
          <a:p>
            <a:r>
              <a:t>在 Mac 上，声音可尝试 MPS；SadTalker 官方当前入口选择 CUDA 或 CPU，因此本项目 Mac 视频方案走 CPU，安排在课前。</a:t>
            </a:r>
          </a:p>
          <a:p>
            <a:r>
              <a:t>不要承诺固定秒数或实时视频。现场改台词演示可作为已实测后的附加环节。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页｜如果它还能现场回答问题呢？</a:t>
            </a:r>
          </a:p>
          <a:p>
            <a:r>
              <a:t>用时：2 分钟</a:t>
            </a:r>
          </a:p>
          <a:p/>
          <a:p>
            <a:r>
              <a:t>先问：一段预录视频与实时数字人，增加了哪些环节？</a:t>
            </a:r>
          </a:p>
          <a:p>
            <a:r>
              <a:t>讲解实时链：接收语音→识别文字→生成回答→合成声音→驱动人脸动画。此图是系统组成，不是声称当前这套项目已经实现低延迟实时数字人。</a:t>
            </a:r>
          </a:p>
          <a:p>
            <a:r>
              <a:t>追问：能接话、能转头，可以排除某些简单重放，但能否单独证明身份和授权？不能把互动能力当绝对身份证明。</a:t>
            </a:r>
          </a:p>
          <a:p>
            <a:r>
              <a:t>如展示实时系统，应另外说明所用软件、设备与延迟；本课默认视频预生成。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页｜视频会议里的人，也可能来自生成。</a:t>
            </a:r>
          </a:p>
          <a:p>
            <a:r>
              <a:t>用时：2 分钟</a:t>
            </a:r>
          </a:p>
          <a:p/>
          <a:p>
            <a:r>
              <a:t>真实案例，按香港特区政府 2024-06-26 立法会书面答复概述：2024 年 1 月底警方接报，涉案人员收到假冒英国总公司首席财务官的钓鱼消息，被邀加入利用深伪预录影像构成的多人视频会议，随后授权向多个本地账户转账，损失达数亿港元。</a:t>
            </a:r>
          </a:p>
          <a:p>
            <a:r>
              <a:t>官方后续不同时间点金额口径有更新；课堂不追逐金额，重点讲信任链如何被利用。</a:t>
            </a:r>
          </a:p>
          <a:p>
            <a:r>
              <a:t>不能把该案描述成已证实的实时换脸会议。图中只是事件结构，没有冒充案件实际截图。</a:t>
            </a:r>
          </a:p>
          <a:p>
            <a:r>
              <a:t>提问：如果会议里看似很多人都同意了，为什么仍可能缺少独立证据？</a:t>
            </a:r>
          </a:p>
          <a:p>
            <a:r>
              <a:t>来源：https://www.info.gov.hk/gia/general/202406/26/P2024062600193.htm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页｜眨眼、转头、说口令，能证明什么？</a:t>
            </a:r>
          </a:p>
          <a:p>
            <a:r>
              <a:t>用时：3 分钟</a:t>
            </a:r>
          </a:p>
          <a:p/>
          <a:p>
            <a:r>
              <a:t>请学生评价三种建议，不急着给出万能答案：要求对方眨眼、说随机句子、换已知可信渠道联系。</a:t>
            </a:r>
          </a:p>
          <a:p>
            <a:r>
              <a:t>眨眼/转头：可以增加运动线索，但动画模型也能生成这些动作。随机回应：可能提高对预录片段的辨别力，但实时生成系统同样可能互动。</a:t>
            </a:r>
          </a:p>
          <a:p>
            <a:r>
              <a:t>已知可信渠道确认，可以增加独立证据，但安全仍取决于渠道是否受控和流程是否执行。</a:t>
            </a:r>
          </a:p>
          <a:p>
            <a:r>
              <a:t>这里不否定活体检测的全部价值；讲的是普通人临时指定动作，不等于完整可靠的身份认证。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页｜“真不真”，至少有三层意思。</a:t>
            </a:r>
          </a:p>
          <a:p>
            <a:r>
              <a:t>用时：2 分钟</a:t>
            </a:r>
          </a:p>
          <a:p/>
          <a:p>
            <a:r>
              <a:t>区分三个问题：制作方式是否为真实拍摄；是否代表本人授权表达；内容是否符合事实。</a:t>
            </a:r>
          </a:p>
          <a:p>
            <a:r>
              <a:t>举例：本人授权的合成科普，可以没有原始拍摄却有真实授权；真实拍摄的人也可能讲错事实；未经同意的合成视频，即使其中某句事实正确，仍可能侵犯身份表达。</a:t>
            </a:r>
          </a:p>
          <a:p>
            <a:r>
              <a:t>学生不必背术语，能说清自己究竟在判断哪件事即可。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页｜再让 AI 检测 AI，就能结束争论吗？</a:t>
            </a:r>
          </a:p>
          <a:p>
            <a:r>
              <a:t>用时：2 分钟</a:t>
            </a:r>
          </a:p>
          <a:p/>
          <a:p>
            <a:r>
              <a:t>本页只有概念混淆矩阵，没有虚构准确率、检测分数或实验统计。</a:t>
            </a:r>
          </a:p>
          <a:p>
            <a:r>
              <a:t>横轴是实际来源，纵轴是检测器给出的判断。可能把真实拍摄误判为合成，也可能漏掉合成内容。</a:t>
            </a:r>
          </a:p>
          <a:p>
            <a:r>
              <a:t>检测效果还与数据、压缩、分辨率、生成模型及使用条件有关；不引用某个演示小样本的高准确率作普遍承诺。</a:t>
            </a:r>
          </a:p>
          <a:p>
            <a:r>
              <a:t>关键：检测器是一种证据工具，它不能单独判定本人授权，也不直接判定视频里的说法是否真实。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页｜怎样为“是本人”增加证据？</a:t>
            </a:r>
          </a:p>
          <a:p>
            <a:r>
              <a:t>用时：3 分钟</a:t>
            </a:r>
          </a:p>
          <a:p/>
          <a:p>
            <a:r>
              <a:t>把防御讲成系统：第一，能独立核实的联系方式或当面确认；第二，能够验证发布者/签署者的来源记录；第三，重要行动仍通过授权与复核流程。</a:t>
            </a:r>
          </a:p>
          <a:p>
            <a:r>
              <a:t>数字签名可帮助确认谁用某个密钥签署了记录及记录是否遭篡改，但不能自动证明镜头里的事情真实，也不能让密钥保管与签发身份问题消失。</a:t>
            </a:r>
          </a:p>
          <a:p>
            <a:r>
              <a:t>C2PA 用于内容来源与编辑记录，其验证不等同于内容事实正确或本人授权。这里只介绍用途，不宣称当前演示视频已带 C2PA 凭证。</a:t>
            </a:r>
          </a:p>
          <a:p>
            <a:r>
              <a:t>引导学生提出具体渠道，区别‘同一个可疑聊天里再问一次’与获得新的独立证据。</a:t>
            </a:r>
          </a:p>
          <a:p>
            <a:r>
              <a:t>来源：https://spec.c2pa.org/specifications/specifications/2.2/explainer/Explainer.html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页｜同样的能力，边界由谁决定？</a:t>
            </a:r>
          </a:p>
          <a:p>
            <a:r>
              <a:t>用时：2 分钟</a:t>
            </a:r>
          </a:p>
          <a:p/>
          <a:p>
            <a:r>
              <a:t>从技术能力转到有意义的用途：本人授权配音、跨语言讲解、角色动画、辅助表达等。这里只讲使用方向，不声称本项目符合医疗产品要求。</a:t>
            </a:r>
          </a:p>
          <a:p>
            <a:r>
              <a:t>对照未经同意的冒充、制造未说过的话、伪造认可与交易指令。</a:t>
            </a:r>
          </a:p>
          <a:p>
            <a:r>
              <a:t>讨论标准：本人同意什么用途？观众是否被告知？发布者是否借用别人的身份取得不应有的信任？</a:t>
            </a:r>
          </a:p>
          <a:p>
            <a:r>
              <a:t>重点放在授权与表达，不把所有生成内容一概等同于虚假信息。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页｜我授权分身读自己的讲稿，算“假吗”？</a:t>
            </a:r>
          </a:p>
          <a:p>
            <a:r>
              <a:t>用时：2 分钟</a:t>
            </a:r>
          </a:p>
          <a:p/>
          <a:p>
            <a:r>
              <a:t>保留两分钟开放讨论。这不是只有一个标准答案的选择题。</a:t>
            </a:r>
          </a:p>
          <a:p>
            <a:r>
              <a:t>给定明确条件：稿子由本人写或审核，本人授权数字分身朗读，发布时标注 AI 合成。</a:t>
            </a:r>
          </a:p>
          <a:p>
            <a:r>
              <a:t>引导区分：不是原始拍摄；声音由模型生成；但表达内容可以确实得到本人认可。学生可以分别讨论‘我说过’、‘我表达过’、‘我授权发布过’之间的区别。</a:t>
            </a:r>
          </a:p>
          <a:p>
            <a:r>
              <a:t>追问：如果原样的视频被去掉标注、换一个账号转发，读者的判断会发生什么变化？不要把去标注说成改变了画面事实，而是上下文与来源信息变化。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页｜声音和脸可以生成。信任需要更多证据。</a:t>
            </a:r>
          </a:p>
          <a:p>
            <a:r>
              <a:t>用时：1 分钟</a:t>
            </a:r>
          </a:p>
          <a:p/>
          <a:p>
            <a:r>
              <a:t>收束全课：今天见到的不是剪贴魔术，而是根据参考声音、台词与照片生成新内容的模型能力。</a:t>
            </a:r>
          </a:p>
          <a:p>
            <a:r>
              <a:t>回扣三件事：知道它怎样生成；理解检测的边界；在身份和重要授权上寻找独立证据。</a:t>
            </a:r>
          </a:p>
          <a:p>
            <a:r>
              <a:t>最后一句：当声音与外观不再足以单独证明身份，我们需要更清楚地知道信息从哪里来、谁认可它、我们据此要做什么。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20 页｜教师附录：四份素材，完成主展示</a:t>
            </a:r>
          </a:p>
          <a:p>
            <a:r>
              <a:t>用时：0 分钟</a:t>
            </a:r>
          </a:p>
          <a:p/>
          <a:p>
            <a:r>
              <a:t>课堂播放素材尚需本人录制与生成，本课件不假装已经包含真人克隆结果。</a:t>
            </a:r>
          </a:p>
          <a:p>
            <a:r>
              <a:t>teacher_reference.wav：本人 8–10 秒参考声音，完整短句、无背景音乐，总长少于 12 秒。teacher_reference.txt 必须与实际录音逐字对应。</a:t>
            </a:r>
          </a:p>
          <a:p>
            <a:r>
              <a:t>teacher_real.wav：本人读 comparison_text.txt 的原声；teacher.jpg：正面单人照。</a:t>
            </a:r>
          </a:p>
          <a:p>
            <a:r>
              <a:t>先生成 A/B 用的 01_voice_ai.wav，再用未由本人录制的 demo_text.txt 生成 00_opening_voice_ai.wav，后者用于开场视频。</a:t>
            </a:r>
          </a:p>
          <a:p>
            <a:r>
              <a:t>按 README.md 的 voice/talking 入口生成，视频文件存在时本生成器可自动嵌入第 2 页。A/B 音频在第 4 页手动嵌入，顺序固定 A 原声、B 合成。</a:t>
            </a:r>
          </a:p>
          <a:p>
            <a:r>
              <a:t>可选 teacher_driving.mp4 用于 LivePortrait；本版主线不再为可选动作迁移单独占一整个演示段落。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21 页｜教师附录：演示与设备边界</a:t>
            </a:r>
          </a:p>
          <a:p>
            <a:r>
              <a:t>用时：0 分钟</a:t>
            </a:r>
          </a:p>
          <a:p/>
          <a:p>
            <a:r>
              <a:t>主线代码、Mac 分环境安装命令与许可证说明见根目录 README.md。源码版本见 projects/SOURCES.json。</a:t>
            </a:r>
          </a:p>
          <a:p>
            <a:r>
              <a:t>F5-TTS：官方有苹果芯片支持，代码支持 MPS；速度与成功率仍以你的 Mac 和素材实测为准。</a:t>
            </a:r>
          </a:p>
          <a:p>
            <a:r>
              <a:t>SadTalker：当前官方入口在 Mac 选择 CPU，本课前生成视频。</a:t>
            </a:r>
          </a:p>
          <a:p>
            <a:r>
              <a:t>LivePortrait：苹果芯片人像模式可作扩展；输入动作视频，不是直接输入新音频生成口型。</a:t>
            </a:r>
          </a:p>
          <a:p>
            <a:r>
              <a:t>现场可改一小段台词，但视频使用预生成文件。首次权重下载和完整运行都在课前完成。</a:t>
            </a:r>
          </a:p>
          <a:p>
            <a:r>
              <a:t>授权：F5-TTS 官方预训练权重为非商业许可；LivePortrait 所附 InsightFace 模型限制非商业研究；依赖各有条款，详见原仓库。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22 页｜教师附录：来源与图解说明</a:t>
            </a:r>
          </a:p>
          <a:p>
            <a:r>
              <a:t>用时：0 分钟</a:t>
            </a:r>
          </a:p>
          <a:p/>
          <a:p>
            <a:r>
              <a:t>项目接口与能力依据本目录已保存源码及官方说明。参考日期：2026-10-19。</a:t>
            </a:r>
          </a:p>
          <a:p>
            <a:r>
              <a:t>voice: https://github.com/SWivid/F5-TTS</a:t>
            </a:r>
          </a:p>
          <a:p>
            <a:r>
              <a:t>face: https://github.com/OpenTalker/SadTalker</a:t>
            </a:r>
          </a:p>
          <a:p>
            <a:r>
              <a:t>motion: https://github.com/KlingAIResearch/LivePortrait</a:t>
            </a:r>
          </a:p>
          <a:p>
            <a:r>
              <a:t>case: https://www.info.gov.hk/gia/general/202406/26/P2024062600193.htm</a:t>
            </a:r>
          </a:p>
          <a:p>
            <a:r>
              <a:t>provenance: https://spec.c2pa.org/specifications/specifications/2.2/explainer/Explainer.html</a:t>
            </a:r>
          </a:p>
          <a:p/>
          <a:p>
            <a:r>
              <a:t>肖像为 imagegen 生成的虚构成年人，生成提示词与设计说明见 assets/design/设计说明.md。波形、面部结构、运动参数和检测矩阵为概念示意；没有伪造实测分数。</a:t>
            </a:r>
          </a:p>
          <a:p>
            <a:r>
              <a:t>PDF 与预览从同一版面数据生成，PPT 文本/图形可编辑；当前环境未实际运行 Mac PowerPoint 渲染。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AI 安全 · 声音克隆 / 人脸合成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170420" y="0"/>
            <a:ext cx="5021580" cy="6858000"/>
          </a:xfrm>
          <a:prstGeom prst="rect">
            <a:avLst/>
          </a:prstGeom>
          <a:solidFill>
            <a:srgbClr val="D3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ctional-portrait.png"/>
          <p:cNvPicPr>
            <a:picLocks noChangeAspect="1"/>
          </p:cNvPicPr>
          <p:nvPr/>
        </p:nvPicPr>
        <p:blipFill>
          <a:blip r:embed="rId2"/>
          <a:srcRect t="4029" b="4924"/>
          <a:stretch>
            <a:fillRect/>
          </a:stretch>
        </p:blipFill>
        <p:spPr>
          <a:xfrm>
            <a:off x="7170420" y="0"/>
            <a:ext cx="502158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70420" y="4122420"/>
            <a:ext cx="5021580" cy="68580"/>
          </a:xfrm>
          <a:prstGeom prst="rect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59980" y="4023360"/>
            <a:ext cx="2148840" cy="396240"/>
          </a:xfrm>
          <a:prstGeom prst="rect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4076699"/>
            <a:ext cx="192024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EDEEE6"/>
                </a:solidFill>
                <a:latin typeface="Menlo"/>
                <a:ea typeface="PingFang SC"/>
              </a:rPr>
              <a:t>SYNTHETIC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463040"/>
            <a:ext cx="6477000" cy="2621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97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18201E"/>
                </a:solidFill>
                <a:latin typeface="PingFang SC"/>
                <a:ea typeface="PingFang SC"/>
              </a:rPr>
              <a:t>谁在替我</a:t>
            </a:r>
          </a:p>
          <a:p>
            <a:pPr algn="l">
              <a:lnSpc>
                <a:spcPts val="897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18201E"/>
                </a:solidFill>
                <a:latin typeface="PingFang SC"/>
                <a:ea typeface="PingFang SC"/>
              </a:rPr>
              <a:t>说话？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4840" y="4594860"/>
            <a:ext cx="1203960" cy="0"/>
          </a:xfrm>
          <a:prstGeom prst="line">
            <a:avLst/>
          </a:prstGeom>
          <a:ln w="53340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9120" y="4869180"/>
            <a:ext cx="6019800" cy="899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25"/>
              </a:lnSpc>
              <a:spcBef>
                <a:spcPts val="0"/>
              </a:spcBef>
              <a:spcAft>
                <a:spcPts val="0"/>
              </a:spcAft>
            </a:pPr>
            <a:r>
              <a:rPr sz="2580" b="0">
                <a:solidFill>
                  <a:srgbClr val="18201E"/>
                </a:solidFill>
                <a:latin typeface="PingFang SC"/>
                <a:ea typeface="PingFang SC"/>
              </a:rPr>
              <a:t>声音克隆、人脸合成</a:t>
            </a:r>
          </a:p>
          <a:p>
            <a:pPr algn="l">
              <a:lnSpc>
                <a:spcPts val="3225"/>
              </a:lnSpc>
              <a:spcBef>
                <a:spcPts val="0"/>
              </a:spcBef>
              <a:spcAft>
                <a:spcPts val="0"/>
              </a:spcAft>
            </a:pPr>
            <a:r>
              <a:rPr sz="2580" b="0">
                <a:solidFill>
                  <a:srgbClr val="18201E"/>
                </a:solidFill>
                <a:latin typeface="PingFang SC"/>
                <a:ea typeface="PingFang SC"/>
              </a:rPr>
              <a:t>与身份验证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" y="6019800"/>
            <a:ext cx="609600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6A65"/>
                </a:solidFill>
                <a:latin typeface="PingFang SC"/>
                <a:ea typeface="PingFang SC"/>
              </a:rPr>
              <a:t>科技报告 · 六年级 · 40 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3779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0C7BD"/>
                </a:solidFill>
                <a:latin typeface="PingFang SC"/>
                <a:ea typeface="PingFang SC"/>
              </a:rPr>
              <a:t>虚构人物 · AI 生成 · 视觉示意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AAB7AD"/>
                </a:solidFill>
                <a:latin typeface="PingFang SC"/>
                <a:ea typeface="PingFang SC"/>
              </a:rPr>
              <a:t>01 / 先看效果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EDEEE6"/>
                </a:solidFill>
                <a:latin typeface="PingFang SC"/>
                <a:ea typeface="PingFang SC"/>
              </a:rPr>
              <a:t>一个我在讲台上，另一个我在屏幕里。</a:t>
            </a:r>
          </a:p>
        </p:txBody>
      </p:sp>
      <p:pic>
        <p:nvPicPr>
          <p:cNvPr id="4" name="Picture 3" descr="fictional-portrait.png"/>
          <p:cNvPicPr>
            <a:picLocks noChangeAspect="1"/>
          </p:cNvPicPr>
          <p:nvPr/>
        </p:nvPicPr>
        <p:blipFill>
          <a:blip r:embed="rId2"/>
          <a:srcRect t="15720" b="25648"/>
          <a:stretch>
            <a:fillRect/>
          </a:stretch>
        </p:blipFill>
        <p:spPr>
          <a:xfrm>
            <a:off x="579120" y="1889760"/>
            <a:ext cx="4678680" cy="41148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552700" y="3581400"/>
            <a:ext cx="731520" cy="731520"/>
          </a:xfrm>
          <a:prstGeom prst="ellipse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842260" y="3817620"/>
            <a:ext cx="213360" cy="259080"/>
          </a:xfrm>
          <a:custGeom>
            <a:avLst/>
            <a:gdLst/>
            <a:ahLst/>
            <a:cxnLst/>
            <a:rect l="l" t="t" r="r" b="b"/>
            <a:pathLst>
              <a:path w="28" h="34">
                <a:moveTo>
                  <a:pt x="0" y="0"/>
                </a:moveTo>
                <a:lnTo>
                  <a:pt x="0" y="34"/>
                </a:lnTo>
                <a:lnTo>
                  <a:pt x="28" y="17"/>
                </a:lnTo>
                <a:close/>
              </a:path>
            </a:pathLst>
          </a:cu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2057400"/>
            <a:ext cx="2819400" cy="281940"/>
          </a:xfrm>
          <a:prstGeom prst="rect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2087880"/>
            <a:ext cx="2621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EDEEE6"/>
                </a:solidFill>
                <a:latin typeface="PingFang SC"/>
                <a:ea typeface="PingFang SC"/>
              </a:rPr>
              <a:t>演示素材位 · 待加入本人视频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0" y="2286000"/>
            <a:ext cx="5699760" cy="160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sz="4440" b="1">
                <a:solidFill>
                  <a:srgbClr val="EDEEE6"/>
                </a:solidFill>
                <a:latin typeface="PingFang SC"/>
                <a:ea typeface="PingFang SC"/>
              </a:rPr>
              <a:t>“这段话，</a:t>
            </a:r>
          </a:p>
          <a:p>
            <a:pPr algn="l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sz="4440" b="1">
                <a:solidFill>
                  <a:srgbClr val="EDEEE6"/>
                </a:solidFill>
                <a:latin typeface="PingFang SC"/>
                <a:ea typeface="PingFang SC"/>
              </a:rPr>
              <a:t>我没有录过。”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6920" y="4320540"/>
            <a:ext cx="54559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BC6BA"/>
                </a:solidFill>
                <a:latin typeface="PingFang SC"/>
                <a:ea typeface="PingFang SC"/>
              </a:rPr>
              <a:t>但它可以拥有我的声音，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BC6BA"/>
                </a:solidFill>
                <a:latin typeface="PingFang SC"/>
                <a:ea typeface="PingFang SC"/>
              </a:rPr>
              <a:t>以及一张看起来像我的脸。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6920" y="5585460"/>
            <a:ext cx="5486400" cy="3886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B8EDC7"/>
                </a:solidFill>
                <a:latin typeface="PingFang SC"/>
                <a:ea typeface="PingFang SC"/>
              </a:rPr>
              <a:t>观察：声音 / 外观 / 口型 /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20" y="6118860"/>
            <a:ext cx="7620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0C7BD"/>
                </a:solidFill>
                <a:latin typeface="PingFang SC"/>
                <a:ea typeface="PingFang SC"/>
              </a:rPr>
              <a:t>媒体位：待加入本人合成视频；当前肖像仅为 AI 生成视觉示意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69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B7AD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AAB7AD"/>
                </a:solidFill>
                <a:latin typeface="Menlo"/>
                <a:ea typeface="PingFang SC"/>
              </a:rPr>
              <a:t>02/22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01 / 三种可组合的信息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把一个“像我的人”拆开</a:t>
            </a:r>
          </a:p>
        </p:txBody>
      </p:sp>
      <p:pic>
        <p:nvPicPr>
          <p:cNvPr id="4" name="Picture 3" descr="fictional-portrait.png"/>
          <p:cNvPicPr>
            <a:picLocks noChangeAspect="1"/>
          </p:cNvPicPr>
          <p:nvPr/>
        </p:nvPicPr>
        <p:blipFill>
          <a:blip r:embed="rId2"/>
          <a:srcRect t="430" b="645"/>
          <a:stretch>
            <a:fillRect/>
          </a:stretch>
        </p:blipFill>
        <p:spPr>
          <a:xfrm>
            <a:off x="579120" y="1874519"/>
            <a:ext cx="28346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9120" y="6096000"/>
            <a:ext cx="4572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A65"/>
                </a:solidFill>
                <a:latin typeface="PingFang SC"/>
                <a:ea typeface="PingFang SC"/>
              </a:rPr>
              <a:t>虚构人物 · AI 生成 · 视觉示意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38600" y="3147060"/>
            <a:ext cx="753618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0" y="2057400"/>
            <a:ext cx="762000" cy="563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66C57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5880" y="2034540"/>
            <a:ext cx="1874519" cy="701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266C57"/>
                </a:solidFill>
                <a:latin typeface="PingFang SC"/>
                <a:ea typeface="PingFang SC"/>
              </a:rPr>
              <a:t>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700" y="2164080"/>
            <a:ext cx="365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8201E"/>
                </a:solidFill>
                <a:latin typeface="PingFang SC"/>
                <a:ea typeface="PingFang SC"/>
              </a:rPr>
              <a:t>听起来像谁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38600" y="4495800"/>
            <a:ext cx="753618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14800" y="3406140"/>
            <a:ext cx="762000" cy="563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8201E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3383280"/>
            <a:ext cx="1874519" cy="701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18201E"/>
                </a:solidFill>
                <a:latin typeface="PingFang SC"/>
                <a:ea typeface="PingFang SC"/>
              </a:rPr>
              <a:t>外观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6700" y="3512820"/>
            <a:ext cx="365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8201E"/>
                </a:solidFill>
                <a:latin typeface="PingFang SC"/>
                <a:ea typeface="PingFang SC"/>
              </a:rPr>
              <a:t>看起来像谁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38600" y="5844540"/>
            <a:ext cx="753618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0" y="4754880"/>
            <a:ext cx="762000" cy="563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3D31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5880" y="4732020"/>
            <a:ext cx="1874519" cy="701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C83D31"/>
                </a:solidFill>
                <a:latin typeface="PingFang SC"/>
                <a:ea typeface="PingFang SC"/>
              </a:rPr>
              <a:t>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6700" y="4861560"/>
            <a:ext cx="3657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8201E"/>
                </a:solidFill>
                <a:latin typeface="PingFang SC"/>
                <a:ea typeface="PingFang SC"/>
              </a:rPr>
              <a:t>到底说什么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03/22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02 / 声音克隆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先拿掉画面，只听声音。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981199"/>
            <a:ext cx="990599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</a:pPr>
            <a:r>
              <a:rPr sz="6720" b="0">
                <a:solidFill>
                  <a:srgbClr val="18201E"/>
                </a:solidFill>
                <a:latin typeface="Menlo"/>
                <a:ea typeface="PingFang SC"/>
              </a:rPr>
              <a:t>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81199" y="2552700"/>
            <a:ext cx="8077201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1981200" y="2202180"/>
            <a:ext cx="8077200" cy="701040"/>
          </a:xfrm>
          <a:custGeom>
            <a:avLst/>
            <a:gdLst/>
            <a:ahLst/>
            <a:cxnLst/>
            <a:rect l="l" t="t" r="r" b="b"/>
            <a:pathLst>
              <a:path w="1060" h="92">
                <a:moveTo>
                  <a:pt x="0" y="46"/>
                </a:moveTo>
                <a:lnTo>
                  <a:pt x="3" y="45"/>
                </a:lnTo>
                <a:lnTo>
                  <a:pt x="6" y="45"/>
                </a:lnTo>
                <a:lnTo>
                  <a:pt x="9" y="46"/>
                </a:lnTo>
                <a:lnTo>
                  <a:pt x="12" y="47"/>
                </a:lnTo>
                <a:lnTo>
                  <a:pt x="15" y="47"/>
                </a:lnTo>
                <a:lnTo>
                  <a:pt x="18" y="47"/>
                </a:lnTo>
                <a:lnTo>
                  <a:pt x="21" y="47"/>
                </a:lnTo>
                <a:lnTo>
                  <a:pt x="24" y="45"/>
                </a:lnTo>
                <a:lnTo>
                  <a:pt x="27" y="43"/>
                </a:lnTo>
                <a:lnTo>
                  <a:pt x="30" y="44"/>
                </a:lnTo>
                <a:lnTo>
                  <a:pt x="32" y="48"/>
                </a:lnTo>
                <a:lnTo>
                  <a:pt x="35" y="50"/>
                </a:lnTo>
                <a:lnTo>
                  <a:pt x="38" y="48"/>
                </a:lnTo>
                <a:lnTo>
                  <a:pt x="41" y="46"/>
                </a:lnTo>
                <a:lnTo>
                  <a:pt x="44" y="44"/>
                </a:lnTo>
                <a:lnTo>
                  <a:pt x="47" y="42"/>
                </a:lnTo>
                <a:lnTo>
                  <a:pt x="50" y="43"/>
                </a:lnTo>
                <a:lnTo>
                  <a:pt x="53" y="47"/>
                </a:lnTo>
                <a:lnTo>
                  <a:pt x="56" y="52"/>
                </a:lnTo>
                <a:lnTo>
                  <a:pt x="59" y="53"/>
                </a:lnTo>
                <a:lnTo>
                  <a:pt x="62" y="46"/>
                </a:lnTo>
                <a:lnTo>
                  <a:pt x="65" y="39"/>
                </a:lnTo>
                <a:lnTo>
                  <a:pt x="68" y="39"/>
                </a:lnTo>
                <a:lnTo>
                  <a:pt x="71" y="44"/>
                </a:lnTo>
                <a:lnTo>
                  <a:pt x="74" y="48"/>
                </a:lnTo>
                <a:lnTo>
                  <a:pt x="77" y="52"/>
                </a:lnTo>
                <a:lnTo>
                  <a:pt x="80" y="55"/>
                </a:lnTo>
                <a:lnTo>
                  <a:pt x="83" y="50"/>
                </a:lnTo>
                <a:lnTo>
                  <a:pt x="86" y="38"/>
                </a:lnTo>
                <a:lnTo>
                  <a:pt x="89" y="32"/>
                </a:lnTo>
                <a:lnTo>
                  <a:pt x="92" y="40"/>
                </a:lnTo>
                <a:lnTo>
                  <a:pt x="94" y="53"/>
                </a:lnTo>
                <a:lnTo>
                  <a:pt x="97" y="57"/>
                </a:lnTo>
                <a:lnTo>
                  <a:pt x="100" y="53"/>
                </a:lnTo>
                <a:lnTo>
                  <a:pt x="103" y="48"/>
                </a:lnTo>
                <a:lnTo>
                  <a:pt x="106" y="41"/>
                </a:lnTo>
                <a:lnTo>
                  <a:pt x="109" y="33"/>
                </a:lnTo>
                <a:lnTo>
                  <a:pt x="112" y="34"/>
                </a:lnTo>
                <a:lnTo>
                  <a:pt x="115" y="48"/>
                </a:lnTo>
                <a:lnTo>
                  <a:pt x="118" y="62"/>
                </a:lnTo>
                <a:lnTo>
                  <a:pt x="121" y="60"/>
                </a:lnTo>
                <a:lnTo>
                  <a:pt x="124" y="45"/>
                </a:lnTo>
                <a:lnTo>
                  <a:pt x="127" y="35"/>
                </a:lnTo>
                <a:lnTo>
                  <a:pt x="130" y="35"/>
                </a:lnTo>
                <a:lnTo>
                  <a:pt x="133" y="39"/>
                </a:lnTo>
                <a:lnTo>
                  <a:pt x="136" y="46"/>
                </a:lnTo>
                <a:lnTo>
                  <a:pt x="139" y="56"/>
                </a:lnTo>
                <a:lnTo>
                  <a:pt x="142" y="62"/>
                </a:lnTo>
                <a:lnTo>
                  <a:pt x="145" y="52"/>
                </a:lnTo>
                <a:lnTo>
                  <a:pt x="148" y="35"/>
                </a:lnTo>
                <a:lnTo>
                  <a:pt x="151" y="30"/>
                </a:lnTo>
                <a:lnTo>
                  <a:pt x="154" y="40"/>
                </a:lnTo>
                <a:lnTo>
                  <a:pt x="156" y="51"/>
                </a:lnTo>
                <a:lnTo>
                  <a:pt x="159" y="55"/>
                </a:lnTo>
                <a:lnTo>
                  <a:pt x="162" y="54"/>
                </a:lnTo>
                <a:lnTo>
                  <a:pt x="165" y="51"/>
                </a:lnTo>
                <a:lnTo>
                  <a:pt x="168" y="43"/>
                </a:lnTo>
                <a:lnTo>
                  <a:pt x="171" y="34"/>
                </a:lnTo>
                <a:lnTo>
                  <a:pt x="174" y="36"/>
                </a:lnTo>
                <a:lnTo>
                  <a:pt x="177" y="48"/>
                </a:lnTo>
                <a:lnTo>
                  <a:pt x="180" y="57"/>
                </a:lnTo>
                <a:lnTo>
                  <a:pt x="183" y="54"/>
                </a:lnTo>
                <a:lnTo>
                  <a:pt x="186" y="46"/>
                </a:lnTo>
                <a:lnTo>
                  <a:pt x="189" y="41"/>
                </a:lnTo>
                <a:lnTo>
                  <a:pt x="192" y="40"/>
                </a:lnTo>
                <a:lnTo>
                  <a:pt x="195" y="40"/>
                </a:lnTo>
                <a:lnTo>
                  <a:pt x="198" y="45"/>
                </a:lnTo>
                <a:lnTo>
                  <a:pt x="201" y="53"/>
                </a:lnTo>
                <a:lnTo>
                  <a:pt x="204" y="56"/>
                </a:lnTo>
                <a:lnTo>
                  <a:pt x="207" y="49"/>
                </a:lnTo>
                <a:lnTo>
                  <a:pt x="210" y="40"/>
                </a:lnTo>
                <a:lnTo>
                  <a:pt x="213" y="37"/>
                </a:lnTo>
                <a:lnTo>
                  <a:pt x="216" y="42"/>
                </a:lnTo>
                <a:lnTo>
                  <a:pt x="218" y="48"/>
                </a:lnTo>
                <a:lnTo>
                  <a:pt x="221" y="51"/>
                </a:lnTo>
                <a:lnTo>
                  <a:pt x="224" y="53"/>
                </a:lnTo>
                <a:lnTo>
                  <a:pt x="227" y="52"/>
                </a:lnTo>
                <a:lnTo>
                  <a:pt x="230" y="43"/>
                </a:lnTo>
                <a:lnTo>
                  <a:pt x="233" y="33"/>
                </a:lnTo>
                <a:lnTo>
                  <a:pt x="236" y="36"/>
                </a:lnTo>
                <a:lnTo>
                  <a:pt x="239" y="49"/>
                </a:lnTo>
                <a:lnTo>
                  <a:pt x="242" y="58"/>
                </a:lnTo>
                <a:lnTo>
                  <a:pt x="245" y="56"/>
                </a:lnTo>
                <a:lnTo>
                  <a:pt x="248" y="48"/>
                </a:lnTo>
                <a:lnTo>
                  <a:pt x="251" y="42"/>
                </a:lnTo>
                <a:lnTo>
                  <a:pt x="254" y="35"/>
                </a:lnTo>
                <a:lnTo>
                  <a:pt x="257" y="31"/>
                </a:lnTo>
                <a:lnTo>
                  <a:pt x="260" y="42"/>
                </a:lnTo>
                <a:lnTo>
                  <a:pt x="263" y="62"/>
                </a:lnTo>
                <a:lnTo>
                  <a:pt x="266" y="70"/>
                </a:lnTo>
                <a:lnTo>
                  <a:pt x="269" y="53"/>
                </a:lnTo>
                <a:lnTo>
                  <a:pt x="272" y="31"/>
                </a:lnTo>
                <a:lnTo>
                  <a:pt x="275" y="26"/>
                </a:lnTo>
                <a:lnTo>
                  <a:pt x="278" y="34"/>
                </a:lnTo>
                <a:lnTo>
                  <a:pt x="281" y="44"/>
                </a:lnTo>
                <a:lnTo>
                  <a:pt x="283" y="58"/>
                </a:lnTo>
                <a:lnTo>
                  <a:pt x="286" y="71"/>
                </a:lnTo>
                <a:lnTo>
                  <a:pt x="289" y="66"/>
                </a:lnTo>
                <a:lnTo>
                  <a:pt x="292" y="36"/>
                </a:lnTo>
                <a:lnTo>
                  <a:pt x="295" y="11"/>
                </a:lnTo>
                <a:lnTo>
                  <a:pt x="298" y="21"/>
                </a:lnTo>
                <a:lnTo>
                  <a:pt x="301" y="52"/>
                </a:lnTo>
                <a:lnTo>
                  <a:pt x="304" y="70"/>
                </a:lnTo>
                <a:lnTo>
                  <a:pt x="307" y="68"/>
                </a:lnTo>
                <a:lnTo>
                  <a:pt x="310" y="58"/>
                </a:lnTo>
                <a:lnTo>
                  <a:pt x="313" y="43"/>
                </a:lnTo>
                <a:lnTo>
                  <a:pt x="316" y="20"/>
                </a:lnTo>
                <a:lnTo>
                  <a:pt x="319" y="11"/>
                </a:lnTo>
                <a:lnTo>
                  <a:pt x="322" y="38"/>
                </a:lnTo>
                <a:lnTo>
                  <a:pt x="325" y="76"/>
                </a:lnTo>
                <a:lnTo>
                  <a:pt x="328" y="83"/>
                </a:lnTo>
                <a:lnTo>
                  <a:pt x="331" y="56"/>
                </a:lnTo>
                <a:lnTo>
                  <a:pt x="334" y="30"/>
                </a:lnTo>
                <a:lnTo>
                  <a:pt x="337" y="23"/>
                </a:lnTo>
                <a:lnTo>
                  <a:pt x="340" y="26"/>
                </a:lnTo>
                <a:lnTo>
                  <a:pt x="343" y="36"/>
                </a:lnTo>
                <a:lnTo>
                  <a:pt x="345" y="60"/>
                </a:lnTo>
                <a:lnTo>
                  <a:pt x="348" y="80"/>
                </a:lnTo>
                <a:lnTo>
                  <a:pt x="351" y="69"/>
                </a:lnTo>
                <a:lnTo>
                  <a:pt x="354" y="34"/>
                </a:lnTo>
                <a:lnTo>
                  <a:pt x="357" y="14"/>
                </a:lnTo>
                <a:lnTo>
                  <a:pt x="360" y="26"/>
                </a:lnTo>
                <a:lnTo>
                  <a:pt x="363" y="49"/>
                </a:lnTo>
                <a:lnTo>
                  <a:pt x="366" y="60"/>
                </a:lnTo>
                <a:lnTo>
                  <a:pt x="369" y="63"/>
                </a:lnTo>
                <a:lnTo>
                  <a:pt x="372" y="61"/>
                </a:lnTo>
                <a:lnTo>
                  <a:pt x="375" y="47"/>
                </a:lnTo>
                <a:lnTo>
                  <a:pt x="378" y="26"/>
                </a:lnTo>
                <a:lnTo>
                  <a:pt x="381" y="22"/>
                </a:lnTo>
                <a:lnTo>
                  <a:pt x="384" y="42"/>
                </a:lnTo>
                <a:lnTo>
                  <a:pt x="387" y="63"/>
                </a:lnTo>
                <a:lnTo>
                  <a:pt x="390" y="64"/>
                </a:lnTo>
                <a:lnTo>
                  <a:pt x="393" y="52"/>
                </a:lnTo>
                <a:lnTo>
                  <a:pt x="396" y="41"/>
                </a:lnTo>
                <a:lnTo>
                  <a:pt x="399" y="36"/>
                </a:lnTo>
                <a:lnTo>
                  <a:pt x="402" y="33"/>
                </a:lnTo>
                <a:lnTo>
                  <a:pt x="405" y="39"/>
                </a:lnTo>
                <a:lnTo>
                  <a:pt x="407" y="53"/>
                </a:lnTo>
                <a:lnTo>
                  <a:pt x="410" y="63"/>
                </a:lnTo>
                <a:lnTo>
                  <a:pt x="413" y="56"/>
                </a:lnTo>
                <a:lnTo>
                  <a:pt x="416" y="40"/>
                </a:lnTo>
                <a:lnTo>
                  <a:pt x="419" y="32"/>
                </a:lnTo>
                <a:lnTo>
                  <a:pt x="422" y="37"/>
                </a:lnTo>
                <a:lnTo>
                  <a:pt x="425" y="45"/>
                </a:lnTo>
                <a:lnTo>
                  <a:pt x="428" y="51"/>
                </a:lnTo>
                <a:lnTo>
                  <a:pt x="431" y="57"/>
                </a:lnTo>
                <a:lnTo>
                  <a:pt x="434" y="58"/>
                </a:lnTo>
                <a:lnTo>
                  <a:pt x="437" y="47"/>
                </a:lnTo>
                <a:lnTo>
                  <a:pt x="440" y="31"/>
                </a:lnTo>
                <a:lnTo>
                  <a:pt x="443" y="28"/>
                </a:lnTo>
                <a:lnTo>
                  <a:pt x="446" y="44"/>
                </a:lnTo>
                <a:lnTo>
                  <a:pt x="449" y="59"/>
                </a:lnTo>
                <a:lnTo>
                  <a:pt x="452" y="61"/>
                </a:lnTo>
                <a:lnTo>
                  <a:pt x="455" y="54"/>
                </a:lnTo>
                <a:lnTo>
                  <a:pt x="458" y="46"/>
                </a:lnTo>
                <a:lnTo>
                  <a:pt x="461" y="34"/>
                </a:lnTo>
                <a:lnTo>
                  <a:pt x="464" y="24"/>
                </a:lnTo>
                <a:lnTo>
                  <a:pt x="467" y="32"/>
                </a:lnTo>
                <a:lnTo>
                  <a:pt x="469" y="59"/>
                </a:lnTo>
                <a:lnTo>
                  <a:pt x="472" y="77"/>
                </a:lnTo>
                <a:lnTo>
                  <a:pt x="475" y="64"/>
                </a:lnTo>
                <a:lnTo>
                  <a:pt x="478" y="36"/>
                </a:lnTo>
                <a:lnTo>
                  <a:pt x="481" y="23"/>
                </a:lnTo>
                <a:lnTo>
                  <a:pt x="484" y="27"/>
                </a:lnTo>
                <a:lnTo>
                  <a:pt x="487" y="36"/>
                </a:lnTo>
                <a:lnTo>
                  <a:pt x="490" y="52"/>
                </a:lnTo>
                <a:lnTo>
                  <a:pt x="493" y="76"/>
                </a:lnTo>
                <a:lnTo>
                  <a:pt x="496" y="80"/>
                </a:lnTo>
                <a:lnTo>
                  <a:pt x="499" y="47"/>
                </a:lnTo>
                <a:lnTo>
                  <a:pt x="502" y="8"/>
                </a:lnTo>
                <a:lnTo>
                  <a:pt x="505" y="8"/>
                </a:lnTo>
                <a:lnTo>
                  <a:pt x="508" y="41"/>
                </a:lnTo>
                <a:lnTo>
                  <a:pt x="511" y="68"/>
                </a:lnTo>
                <a:lnTo>
                  <a:pt x="514" y="74"/>
                </a:lnTo>
                <a:lnTo>
                  <a:pt x="517" y="69"/>
                </a:lnTo>
                <a:lnTo>
                  <a:pt x="520" y="54"/>
                </a:lnTo>
                <a:lnTo>
                  <a:pt x="523" y="22"/>
                </a:lnTo>
                <a:lnTo>
                  <a:pt x="526" y="0"/>
                </a:lnTo>
                <a:lnTo>
                  <a:pt x="529" y="21"/>
                </a:lnTo>
                <a:lnTo>
                  <a:pt x="531" y="71"/>
                </a:lnTo>
                <a:lnTo>
                  <a:pt x="534" y="92"/>
                </a:lnTo>
                <a:lnTo>
                  <a:pt x="537" y="70"/>
                </a:lnTo>
                <a:lnTo>
                  <a:pt x="540" y="38"/>
                </a:lnTo>
                <a:lnTo>
                  <a:pt x="543" y="23"/>
                </a:lnTo>
                <a:lnTo>
                  <a:pt x="546" y="18"/>
                </a:lnTo>
                <a:lnTo>
                  <a:pt x="549" y="24"/>
                </a:lnTo>
                <a:lnTo>
                  <a:pt x="552" y="51"/>
                </a:lnTo>
                <a:lnTo>
                  <a:pt x="555" y="84"/>
                </a:lnTo>
                <a:lnTo>
                  <a:pt x="558" y="84"/>
                </a:lnTo>
                <a:lnTo>
                  <a:pt x="561" y="45"/>
                </a:lnTo>
                <a:lnTo>
                  <a:pt x="564" y="12"/>
                </a:lnTo>
                <a:lnTo>
                  <a:pt x="567" y="16"/>
                </a:lnTo>
                <a:lnTo>
                  <a:pt x="570" y="40"/>
                </a:lnTo>
                <a:lnTo>
                  <a:pt x="573" y="56"/>
                </a:lnTo>
                <a:lnTo>
                  <a:pt x="576" y="65"/>
                </a:lnTo>
                <a:lnTo>
                  <a:pt x="579" y="69"/>
                </a:lnTo>
                <a:lnTo>
                  <a:pt x="582" y="56"/>
                </a:lnTo>
                <a:lnTo>
                  <a:pt x="585" y="28"/>
                </a:lnTo>
                <a:lnTo>
                  <a:pt x="588" y="15"/>
                </a:lnTo>
                <a:lnTo>
                  <a:pt x="591" y="33"/>
                </a:lnTo>
                <a:lnTo>
                  <a:pt x="593" y="60"/>
                </a:lnTo>
                <a:lnTo>
                  <a:pt x="596" y="68"/>
                </a:lnTo>
                <a:lnTo>
                  <a:pt x="599" y="58"/>
                </a:lnTo>
                <a:lnTo>
                  <a:pt x="602" y="46"/>
                </a:lnTo>
                <a:lnTo>
                  <a:pt x="605" y="38"/>
                </a:lnTo>
                <a:lnTo>
                  <a:pt x="608" y="31"/>
                </a:lnTo>
                <a:lnTo>
                  <a:pt x="611" y="33"/>
                </a:lnTo>
                <a:lnTo>
                  <a:pt x="614" y="48"/>
                </a:lnTo>
                <a:lnTo>
                  <a:pt x="617" y="64"/>
                </a:lnTo>
                <a:lnTo>
                  <a:pt x="620" y="61"/>
                </a:lnTo>
                <a:lnTo>
                  <a:pt x="623" y="45"/>
                </a:lnTo>
                <a:lnTo>
                  <a:pt x="626" y="34"/>
                </a:lnTo>
                <a:lnTo>
                  <a:pt x="629" y="35"/>
                </a:lnTo>
                <a:lnTo>
                  <a:pt x="632" y="41"/>
                </a:lnTo>
                <a:lnTo>
                  <a:pt x="635" y="47"/>
                </a:lnTo>
                <a:lnTo>
                  <a:pt x="638" y="55"/>
                </a:lnTo>
                <a:lnTo>
                  <a:pt x="641" y="60"/>
                </a:lnTo>
                <a:lnTo>
                  <a:pt x="644" y="52"/>
                </a:lnTo>
                <a:lnTo>
                  <a:pt x="647" y="36"/>
                </a:lnTo>
                <a:lnTo>
                  <a:pt x="650" y="29"/>
                </a:lnTo>
                <a:lnTo>
                  <a:pt x="653" y="39"/>
                </a:lnTo>
                <a:lnTo>
                  <a:pt x="655" y="53"/>
                </a:lnTo>
                <a:lnTo>
                  <a:pt x="658" y="59"/>
                </a:lnTo>
                <a:lnTo>
                  <a:pt x="661" y="56"/>
                </a:lnTo>
                <a:lnTo>
                  <a:pt x="664" y="51"/>
                </a:lnTo>
                <a:lnTo>
                  <a:pt x="667" y="40"/>
                </a:lnTo>
                <a:lnTo>
                  <a:pt x="670" y="28"/>
                </a:lnTo>
                <a:lnTo>
                  <a:pt x="673" y="29"/>
                </a:lnTo>
                <a:lnTo>
                  <a:pt x="676" y="50"/>
                </a:lnTo>
                <a:lnTo>
                  <a:pt x="679" y="70"/>
                </a:lnTo>
                <a:lnTo>
                  <a:pt x="682" y="66"/>
                </a:lnTo>
                <a:lnTo>
                  <a:pt x="685" y="45"/>
                </a:lnTo>
                <a:lnTo>
                  <a:pt x="688" y="31"/>
                </a:lnTo>
                <a:lnTo>
                  <a:pt x="691" y="29"/>
                </a:lnTo>
                <a:lnTo>
                  <a:pt x="694" y="32"/>
                </a:lnTo>
                <a:lnTo>
                  <a:pt x="697" y="43"/>
                </a:lnTo>
                <a:lnTo>
                  <a:pt x="700" y="66"/>
                </a:lnTo>
                <a:lnTo>
                  <a:pt x="703" y="78"/>
                </a:lnTo>
                <a:lnTo>
                  <a:pt x="706" y="58"/>
                </a:lnTo>
                <a:lnTo>
                  <a:pt x="709" y="23"/>
                </a:lnTo>
                <a:lnTo>
                  <a:pt x="712" y="12"/>
                </a:lnTo>
                <a:lnTo>
                  <a:pt x="715" y="32"/>
                </a:lnTo>
                <a:lnTo>
                  <a:pt x="717" y="56"/>
                </a:lnTo>
                <a:lnTo>
                  <a:pt x="720" y="66"/>
                </a:lnTo>
                <a:lnTo>
                  <a:pt x="723" y="69"/>
                </a:lnTo>
                <a:lnTo>
                  <a:pt x="726" y="62"/>
                </a:lnTo>
                <a:lnTo>
                  <a:pt x="729" y="36"/>
                </a:lnTo>
                <a:lnTo>
                  <a:pt x="732" y="9"/>
                </a:lnTo>
                <a:lnTo>
                  <a:pt x="735" y="16"/>
                </a:lnTo>
                <a:lnTo>
                  <a:pt x="738" y="54"/>
                </a:lnTo>
                <a:lnTo>
                  <a:pt x="741" y="81"/>
                </a:lnTo>
                <a:lnTo>
                  <a:pt x="744" y="72"/>
                </a:lnTo>
                <a:lnTo>
                  <a:pt x="747" y="49"/>
                </a:lnTo>
                <a:lnTo>
                  <a:pt x="750" y="34"/>
                </a:lnTo>
                <a:lnTo>
                  <a:pt x="753" y="24"/>
                </a:lnTo>
                <a:lnTo>
                  <a:pt x="756" y="22"/>
                </a:lnTo>
                <a:lnTo>
                  <a:pt x="759" y="40"/>
                </a:lnTo>
                <a:lnTo>
                  <a:pt x="762" y="71"/>
                </a:lnTo>
                <a:lnTo>
                  <a:pt x="765" y="81"/>
                </a:lnTo>
                <a:lnTo>
                  <a:pt x="768" y="56"/>
                </a:lnTo>
                <a:lnTo>
                  <a:pt x="771" y="26"/>
                </a:lnTo>
                <a:lnTo>
                  <a:pt x="774" y="21"/>
                </a:lnTo>
                <a:lnTo>
                  <a:pt x="777" y="34"/>
                </a:lnTo>
                <a:lnTo>
                  <a:pt x="779" y="48"/>
                </a:lnTo>
                <a:lnTo>
                  <a:pt x="782" y="58"/>
                </a:lnTo>
                <a:lnTo>
                  <a:pt x="785" y="66"/>
                </a:lnTo>
                <a:lnTo>
                  <a:pt x="788" y="61"/>
                </a:lnTo>
                <a:lnTo>
                  <a:pt x="791" y="39"/>
                </a:lnTo>
                <a:lnTo>
                  <a:pt x="794" y="22"/>
                </a:lnTo>
                <a:lnTo>
                  <a:pt x="797" y="30"/>
                </a:lnTo>
                <a:lnTo>
                  <a:pt x="800" y="50"/>
                </a:lnTo>
                <a:lnTo>
                  <a:pt x="803" y="61"/>
                </a:lnTo>
                <a:lnTo>
                  <a:pt x="806" y="57"/>
                </a:lnTo>
                <a:lnTo>
                  <a:pt x="809" y="50"/>
                </a:lnTo>
                <a:lnTo>
                  <a:pt x="812" y="44"/>
                </a:lnTo>
                <a:lnTo>
                  <a:pt x="815" y="36"/>
                </a:lnTo>
                <a:lnTo>
                  <a:pt x="818" y="34"/>
                </a:lnTo>
                <a:lnTo>
                  <a:pt x="821" y="43"/>
                </a:lnTo>
                <a:lnTo>
                  <a:pt x="824" y="56"/>
                </a:lnTo>
                <a:lnTo>
                  <a:pt x="827" y="59"/>
                </a:lnTo>
                <a:lnTo>
                  <a:pt x="830" y="49"/>
                </a:lnTo>
                <a:lnTo>
                  <a:pt x="833" y="40"/>
                </a:lnTo>
                <a:lnTo>
                  <a:pt x="836" y="39"/>
                </a:lnTo>
                <a:lnTo>
                  <a:pt x="839" y="41"/>
                </a:lnTo>
                <a:lnTo>
                  <a:pt x="842" y="44"/>
                </a:lnTo>
                <a:lnTo>
                  <a:pt x="844" y="50"/>
                </a:lnTo>
                <a:lnTo>
                  <a:pt x="847" y="55"/>
                </a:lnTo>
                <a:lnTo>
                  <a:pt x="850" y="52"/>
                </a:lnTo>
                <a:lnTo>
                  <a:pt x="853" y="43"/>
                </a:lnTo>
                <a:lnTo>
                  <a:pt x="856" y="36"/>
                </a:lnTo>
                <a:lnTo>
                  <a:pt x="859" y="39"/>
                </a:lnTo>
                <a:lnTo>
                  <a:pt x="862" y="47"/>
                </a:lnTo>
                <a:lnTo>
                  <a:pt x="865" y="52"/>
                </a:lnTo>
                <a:lnTo>
                  <a:pt x="868" y="52"/>
                </a:lnTo>
                <a:lnTo>
                  <a:pt x="871" y="51"/>
                </a:lnTo>
                <a:lnTo>
                  <a:pt x="874" y="46"/>
                </a:lnTo>
                <a:lnTo>
                  <a:pt x="877" y="38"/>
                </a:lnTo>
                <a:lnTo>
                  <a:pt x="880" y="35"/>
                </a:lnTo>
                <a:lnTo>
                  <a:pt x="883" y="44"/>
                </a:lnTo>
                <a:lnTo>
                  <a:pt x="886" y="56"/>
                </a:lnTo>
                <a:lnTo>
                  <a:pt x="889" y="58"/>
                </a:lnTo>
                <a:lnTo>
                  <a:pt x="892" y="49"/>
                </a:lnTo>
                <a:lnTo>
                  <a:pt x="895" y="41"/>
                </a:lnTo>
                <a:lnTo>
                  <a:pt x="898" y="38"/>
                </a:lnTo>
                <a:lnTo>
                  <a:pt x="901" y="37"/>
                </a:lnTo>
                <a:lnTo>
                  <a:pt x="904" y="41"/>
                </a:lnTo>
                <a:lnTo>
                  <a:pt x="906" y="52"/>
                </a:lnTo>
                <a:lnTo>
                  <a:pt x="909" y="62"/>
                </a:lnTo>
                <a:lnTo>
                  <a:pt x="912" y="57"/>
                </a:lnTo>
                <a:lnTo>
                  <a:pt x="915" y="40"/>
                </a:lnTo>
                <a:lnTo>
                  <a:pt x="918" y="30"/>
                </a:lnTo>
                <a:lnTo>
                  <a:pt x="921" y="36"/>
                </a:lnTo>
                <a:lnTo>
                  <a:pt x="924" y="46"/>
                </a:lnTo>
                <a:lnTo>
                  <a:pt x="927" y="53"/>
                </a:lnTo>
                <a:lnTo>
                  <a:pt x="930" y="57"/>
                </a:lnTo>
                <a:lnTo>
                  <a:pt x="933" y="57"/>
                </a:lnTo>
                <a:lnTo>
                  <a:pt x="936" y="47"/>
                </a:lnTo>
                <a:lnTo>
                  <a:pt x="939" y="32"/>
                </a:lnTo>
                <a:lnTo>
                  <a:pt x="942" y="30"/>
                </a:lnTo>
                <a:lnTo>
                  <a:pt x="945" y="44"/>
                </a:lnTo>
                <a:lnTo>
                  <a:pt x="948" y="58"/>
                </a:lnTo>
                <a:lnTo>
                  <a:pt x="951" y="59"/>
                </a:lnTo>
                <a:lnTo>
                  <a:pt x="954" y="51"/>
                </a:lnTo>
                <a:lnTo>
                  <a:pt x="957" y="44"/>
                </a:lnTo>
                <a:lnTo>
                  <a:pt x="960" y="39"/>
                </a:lnTo>
                <a:lnTo>
                  <a:pt x="963" y="35"/>
                </a:lnTo>
                <a:lnTo>
                  <a:pt x="966" y="39"/>
                </a:lnTo>
                <a:lnTo>
                  <a:pt x="968" y="52"/>
                </a:lnTo>
                <a:lnTo>
                  <a:pt x="971" y="60"/>
                </a:lnTo>
                <a:lnTo>
                  <a:pt x="974" y="54"/>
                </a:lnTo>
                <a:lnTo>
                  <a:pt x="977" y="42"/>
                </a:lnTo>
                <a:lnTo>
                  <a:pt x="980" y="37"/>
                </a:lnTo>
                <a:lnTo>
                  <a:pt x="983" y="40"/>
                </a:lnTo>
                <a:lnTo>
                  <a:pt x="986" y="44"/>
                </a:lnTo>
                <a:lnTo>
                  <a:pt x="989" y="48"/>
                </a:lnTo>
                <a:lnTo>
                  <a:pt x="992" y="53"/>
                </a:lnTo>
                <a:lnTo>
                  <a:pt x="995" y="53"/>
                </a:lnTo>
                <a:lnTo>
                  <a:pt x="998" y="46"/>
                </a:lnTo>
                <a:lnTo>
                  <a:pt x="1001" y="39"/>
                </a:lnTo>
                <a:lnTo>
                  <a:pt x="1004" y="40"/>
                </a:lnTo>
                <a:lnTo>
                  <a:pt x="1007" y="45"/>
                </a:lnTo>
                <a:lnTo>
                  <a:pt x="1010" y="49"/>
                </a:lnTo>
                <a:lnTo>
                  <a:pt x="1013" y="50"/>
                </a:lnTo>
                <a:lnTo>
                  <a:pt x="1016" y="48"/>
                </a:lnTo>
                <a:lnTo>
                  <a:pt x="1019" y="46"/>
                </a:lnTo>
                <a:lnTo>
                  <a:pt x="1022" y="44"/>
                </a:lnTo>
                <a:lnTo>
                  <a:pt x="1025" y="42"/>
                </a:lnTo>
                <a:lnTo>
                  <a:pt x="1028" y="44"/>
                </a:lnTo>
                <a:lnTo>
                  <a:pt x="1030" y="48"/>
                </a:lnTo>
                <a:lnTo>
                  <a:pt x="1033" y="49"/>
                </a:lnTo>
                <a:lnTo>
                  <a:pt x="1036" y="47"/>
                </a:lnTo>
                <a:lnTo>
                  <a:pt x="1039" y="45"/>
                </a:lnTo>
                <a:lnTo>
                  <a:pt x="1042" y="45"/>
                </a:lnTo>
                <a:lnTo>
                  <a:pt x="1045" y="45"/>
                </a:lnTo>
                <a:lnTo>
                  <a:pt x="1048" y="45"/>
                </a:lnTo>
                <a:lnTo>
                  <a:pt x="1051" y="46"/>
                </a:lnTo>
                <a:lnTo>
                  <a:pt x="1054" y="47"/>
                </a:lnTo>
                <a:lnTo>
                  <a:pt x="1057" y="47"/>
                </a:lnTo>
                <a:lnTo>
                  <a:pt x="1060" y="46"/>
                </a:lnTo>
              </a:path>
            </a:pathLst>
          </a:custGeom>
          <a:noFill/>
          <a:ln w="15240">
            <a:solidFill>
              <a:srgbClr val="18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73740" y="2263140"/>
            <a:ext cx="609600" cy="609600"/>
          </a:xfrm>
          <a:prstGeom prst="ellipse">
            <a:avLst/>
          </a:prstGeom>
          <a:solidFill>
            <a:srgbClr val="E3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1102340" y="2438400"/>
            <a:ext cx="213360" cy="259080"/>
          </a:xfrm>
          <a:custGeom>
            <a:avLst/>
            <a:gdLst/>
            <a:ahLst/>
            <a:cxnLst/>
            <a:rect l="l" t="t" r="r" b="b"/>
            <a:pathLst>
              <a:path w="28" h="34">
                <a:moveTo>
                  <a:pt x="0" y="0"/>
                </a:moveTo>
                <a:lnTo>
                  <a:pt x="0" y="34"/>
                </a:lnTo>
                <a:lnTo>
                  <a:pt x="28" y="17"/>
                </a:lnTo>
                <a:close/>
              </a:path>
            </a:pathLst>
          </a:cu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3733799"/>
            <a:ext cx="990599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</a:pPr>
            <a:r>
              <a:rPr sz="6720" b="0">
                <a:solidFill>
                  <a:srgbClr val="C83D31"/>
                </a:solidFill>
                <a:latin typeface="Menlo"/>
                <a:ea typeface="PingFang SC"/>
              </a:rPr>
              <a:t>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81199" y="4305300"/>
            <a:ext cx="8077201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1981200" y="3954780"/>
            <a:ext cx="8077200" cy="693420"/>
          </a:xfrm>
          <a:custGeom>
            <a:avLst/>
            <a:gdLst/>
            <a:ahLst/>
            <a:cxnLst/>
            <a:rect l="l" t="t" r="r" b="b"/>
            <a:pathLst>
              <a:path w="1060" h="91">
                <a:moveTo>
                  <a:pt x="0" y="45"/>
                </a:moveTo>
                <a:lnTo>
                  <a:pt x="3" y="44"/>
                </a:lnTo>
                <a:lnTo>
                  <a:pt x="6" y="45"/>
                </a:lnTo>
                <a:lnTo>
                  <a:pt x="9" y="47"/>
                </a:lnTo>
                <a:lnTo>
                  <a:pt x="12" y="48"/>
                </a:lnTo>
                <a:lnTo>
                  <a:pt x="15" y="47"/>
                </a:lnTo>
                <a:lnTo>
                  <a:pt x="18" y="46"/>
                </a:lnTo>
                <a:lnTo>
                  <a:pt x="21" y="45"/>
                </a:lnTo>
                <a:lnTo>
                  <a:pt x="24" y="44"/>
                </a:lnTo>
                <a:lnTo>
                  <a:pt x="27" y="44"/>
                </a:lnTo>
                <a:lnTo>
                  <a:pt x="30" y="47"/>
                </a:lnTo>
                <a:lnTo>
                  <a:pt x="32" y="50"/>
                </a:lnTo>
                <a:lnTo>
                  <a:pt x="35" y="50"/>
                </a:lnTo>
                <a:lnTo>
                  <a:pt x="38" y="45"/>
                </a:lnTo>
                <a:lnTo>
                  <a:pt x="41" y="41"/>
                </a:lnTo>
                <a:lnTo>
                  <a:pt x="44" y="42"/>
                </a:lnTo>
                <a:lnTo>
                  <a:pt x="47" y="45"/>
                </a:lnTo>
                <a:lnTo>
                  <a:pt x="50" y="47"/>
                </a:lnTo>
                <a:lnTo>
                  <a:pt x="53" y="51"/>
                </a:lnTo>
                <a:lnTo>
                  <a:pt x="56" y="52"/>
                </a:lnTo>
                <a:lnTo>
                  <a:pt x="59" y="48"/>
                </a:lnTo>
                <a:lnTo>
                  <a:pt x="62" y="39"/>
                </a:lnTo>
                <a:lnTo>
                  <a:pt x="65" y="36"/>
                </a:lnTo>
                <a:lnTo>
                  <a:pt x="68" y="43"/>
                </a:lnTo>
                <a:lnTo>
                  <a:pt x="71" y="52"/>
                </a:lnTo>
                <a:lnTo>
                  <a:pt x="74" y="54"/>
                </a:lnTo>
                <a:lnTo>
                  <a:pt x="77" y="51"/>
                </a:lnTo>
                <a:lnTo>
                  <a:pt x="80" y="47"/>
                </a:lnTo>
                <a:lnTo>
                  <a:pt x="83" y="41"/>
                </a:lnTo>
                <a:lnTo>
                  <a:pt x="86" y="35"/>
                </a:lnTo>
                <a:lnTo>
                  <a:pt x="89" y="37"/>
                </a:lnTo>
                <a:lnTo>
                  <a:pt x="92" y="51"/>
                </a:lnTo>
                <a:lnTo>
                  <a:pt x="94" y="61"/>
                </a:lnTo>
                <a:lnTo>
                  <a:pt x="97" y="56"/>
                </a:lnTo>
                <a:lnTo>
                  <a:pt x="100" y="43"/>
                </a:lnTo>
                <a:lnTo>
                  <a:pt x="103" y="36"/>
                </a:lnTo>
                <a:lnTo>
                  <a:pt x="106" y="37"/>
                </a:lnTo>
                <a:lnTo>
                  <a:pt x="109" y="40"/>
                </a:lnTo>
                <a:lnTo>
                  <a:pt x="112" y="47"/>
                </a:lnTo>
                <a:lnTo>
                  <a:pt x="115" y="57"/>
                </a:lnTo>
                <a:lnTo>
                  <a:pt x="118" y="60"/>
                </a:lnTo>
                <a:lnTo>
                  <a:pt x="121" y="49"/>
                </a:lnTo>
                <a:lnTo>
                  <a:pt x="124" y="34"/>
                </a:lnTo>
                <a:lnTo>
                  <a:pt x="127" y="32"/>
                </a:lnTo>
                <a:lnTo>
                  <a:pt x="130" y="42"/>
                </a:lnTo>
                <a:lnTo>
                  <a:pt x="133" y="52"/>
                </a:lnTo>
                <a:lnTo>
                  <a:pt x="136" y="55"/>
                </a:lnTo>
                <a:lnTo>
                  <a:pt x="139" y="54"/>
                </a:lnTo>
                <a:lnTo>
                  <a:pt x="142" y="50"/>
                </a:lnTo>
                <a:lnTo>
                  <a:pt x="145" y="40"/>
                </a:lnTo>
                <a:lnTo>
                  <a:pt x="148" y="33"/>
                </a:lnTo>
                <a:lnTo>
                  <a:pt x="151" y="37"/>
                </a:lnTo>
                <a:lnTo>
                  <a:pt x="154" y="51"/>
                </a:lnTo>
                <a:lnTo>
                  <a:pt x="156" y="58"/>
                </a:lnTo>
                <a:lnTo>
                  <a:pt x="159" y="53"/>
                </a:lnTo>
                <a:lnTo>
                  <a:pt x="162" y="45"/>
                </a:lnTo>
                <a:lnTo>
                  <a:pt x="165" y="41"/>
                </a:lnTo>
                <a:lnTo>
                  <a:pt x="168" y="39"/>
                </a:lnTo>
                <a:lnTo>
                  <a:pt x="171" y="40"/>
                </a:lnTo>
                <a:lnTo>
                  <a:pt x="174" y="46"/>
                </a:lnTo>
                <a:lnTo>
                  <a:pt x="177" y="54"/>
                </a:lnTo>
                <a:lnTo>
                  <a:pt x="180" y="55"/>
                </a:lnTo>
                <a:lnTo>
                  <a:pt x="183" y="47"/>
                </a:lnTo>
                <a:lnTo>
                  <a:pt x="186" y="39"/>
                </a:lnTo>
                <a:lnTo>
                  <a:pt x="189" y="38"/>
                </a:lnTo>
                <a:lnTo>
                  <a:pt x="192" y="43"/>
                </a:lnTo>
                <a:lnTo>
                  <a:pt x="195" y="48"/>
                </a:lnTo>
                <a:lnTo>
                  <a:pt x="198" y="51"/>
                </a:lnTo>
                <a:lnTo>
                  <a:pt x="201" y="53"/>
                </a:lnTo>
                <a:lnTo>
                  <a:pt x="204" y="50"/>
                </a:lnTo>
                <a:lnTo>
                  <a:pt x="207" y="42"/>
                </a:lnTo>
                <a:lnTo>
                  <a:pt x="210" y="35"/>
                </a:lnTo>
                <a:lnTo>
                  <a:pt x="213" y="39"/>
                </a:lnTo>
                <a:lnTo>
                  <a:pt x="216" y="50"/>
                </a:lnTo>
                <a:lnTo>
                  <a:pt x="218" y="56"/>
                </a:lnTo>
                <a:lnTo>
                  <a:pt x="221" y="53"/>
                </a:lnTo>
                <a:lnTo>
                  <a:pt x="224" y="47"/>
                </a:lnTo>
                <a:lnTo>
                  <a:pt x="227" y="42"/>
                </a:lnTo>
                <a:lnTo>
                  <a:pt x="230" y="36"/>
                </a:lnTo>
                <a:lnTo>
                  <a:pt x="233" y="35"/>
                </a:lnTo>
                <a:lnTo>
                  <a:pt x="236" y="46"/>
                </a:lnTo>
                <a:lnTo>
                  <a:pt x="239" y="61"/>
                </a:lnTo>
                <a:lnTo>
                  <a:pt x="242" y="63"/>
                </a:lnTo>
                <a:lnTo>
                  <a:pt x="245" y="48"/>
                </a:lnTo>
                <a:lnTo>
                  <a:pt x="248" y="33"/>
                </a:lnTo>
                <a:lnTo>
                  <a:pt x="251" y="31"/>
                </a:lnTo>
                <a:lnTo>
                  <a:pt x="254" y="37"/>
                </a:lnTo>
                <a:lnTo>
                  <a:pt x="257" y="45"/>
                </a:lnTo>
                <a:lnTo>
                  <a:pt x="260" y="58"/>
                </a:lnTo>
                <a:lnTo>
                  <a:pt x="263" y="69"/>
                </a:lnTo>
                <a:lnTo>
                  <a:pt x="266" y="60"/>
                </a:lnTo>
                <a:lnTo>
                  <a:pt x="269" y="32"/>
                </a:lnTo>
                <a:lnTo>
                  <a:pt x="272" y="15"/>
                </a:lnTo>
                <a:lnTo>
                  <a:pt x="275" y="29"/>
                </a:lnTo>
                <a:lnTo>
                  <a:pt x="278" y="55"/>
                </a:lnTo>
                <a:lnTo>
                  <a:pt x="281" y="67"/>
                </a:lnTo>
                <a:lnTo>
                  <a:pt x="283" y="64"/>
                </a:lnTo>
                <a:lnTo>
                  <a:pt x="286" y="57"/>
                </a:lnTo>
                <a:lnTo>
                  <a:pt x="289" y="40"/>
                </a:lnTo>
                <a:lnTo>
                  <a:pt x="292" y="18"/>
                </a:lnTo>
                <a:lnTo>
                  <a:pt x="295" y="15"/>
                </a:lnTo>
                <a:lnTo>
                  <a:pt x="298" y="46"/>
                </a:lnTo>
                <a:lnTo>
                  <a:pt x="301" y="79"/>
                </a:lnTo>
                <a:lnTo>
                  <a:pt x="304" y="78"/>
                </a:lnTo>
                <a:lnTo>
                  <a:pt x="307" y="50"/>
                </a:lnTo>
                <a:lnTo>
                  <a:pt x="310" y="29"/>
                </a:lnTo>
                <a:lnTo>
                  <a:pt x="313" y="24"/>
                </a:lnTo>
                <a:lnTo>
                  <a:pt x="316" y="26"/>
                </a:lnTo>
                <a:lnTo>
                  <a:pt x="319" y="39"/>
                </a:lnTo>
                <a:lnTo>
                  <a:pt x="322" y="66"/>
                </a:lnTo>
                <a:lnTo>
                  <a:pt x="325" y="83"/>
                </a:lnTo>
                <a:lnTo>
                  <a:pt x="328" y="64"/>
                </a:lnTo>
                <a:lnTo>
                  <a:pt x="331" y="27"/>
                </a:lnTo>
                <a:lnTo>
                  <a:pt x="334" y="12"/>
                </a:lnTo>
                <a:lnTo>
                  <a:pt x="337" y="29"/>
                </a:lnTo>
                <a:lnTo>
                  <a:pt x="340" y="51"/>
                </a:lnTo>
                <a:lnTo>
                  <a:pt x="343" y="62"/>
                </a:lnTo>
                <a:lnTo>
                  <a:pt x="345" y="66"/>
                </a:lnTo>
                <a:lnTo>
                  <a:pt x="348" y="62"/>
                </a:lnTo>
                <a:lnTo>
                  <a:pt x="351" y="42"/>
                </a:lnTo>
                <a:lnTo>
                  <a:pt x="354" y="20"/>
                </a:lnTo>
                <a:lnTo>
                  <a:pt x="357" y="21"/>
                </a:lnTo>
                <a:lnTo>
                  <a:pt x="360" y="47"/>
                </a:lnTo>
                <a:lnTo>
                  <a:pt x="363" y="68"/>
                </a:lnTo>
                <a:lnTo>
                  <a:pt x="366" y="64"/>
                </a:lnTo>
                <a:lnTo>
                  <a:pt x="369" y="50"/>
                </a:lnTo>
                <a:lnTo>
                  <a:pt x="372" y="40"/>
                </a:lnTo>
                <a:lnTo>
                  <a:pt x="375" y="34"/>
                </a:lnTo>
                <a:lnTo>
                  <a:pt x="378" y="31"/>
                </a:lnTo>
                <a:lnTo>
                  <a:pt x="381" y="40"/>
                </a:lnTo>
                <a:lnTo>
                  <a:pt x="384" y="57"/>
                </a:lnTo>
                <a:lnTo>
                  <a:pt x="387" y="65"/>
                </a:lnTo>
                <a:lnTo>
                  <a:pt x="390" y="54"/>
                </a:lnTo>
                <a:lnTo>
                  <a:pt x="393" y="37"/>
                </a:lnTo>
                <a:lnTo>
                  <a:pt x="396" y="32"/>
                </a:lnTo>
                <a:lnTo>
                  <a:pt x="399" y="38"/>
                </a:lnTo>
                <a:lnTo>
                  <a:pt x="402" y="45"/>
                </a:lnTo>
                <a:lnTo>
                  <a:pt x="405" y="51"/>
                </a:lnTo>
                <a:lnTo>
                  <a:pt x="407" y="57"/>
                </a:lnTo>
                <a:lnTo>
                  <a:pt x="410" y="57"/>
                </a:lnTo>
                <a:lnTo>
                  <a:pt x="413" y="44"/>
                </a:lnTo>
                <a:lnTo>
                  <a:pt x="416" y="31"/>
                </a:lnTo>
                <a:lnTo>
                  <a:pt x="419" y="32"/>
                </a:lnTo>
                <a:lnTo>
                  <a:pt x="422" y="47"/>
                </a:lnTo>
                <a:lnTo>
                  <a:pt x="425" y="58"/>
                </a:lnTo>
                <a:lnTo>
                  <a:pt x="428" y="57"/>
                </a:lnTo>
                <a:lnTo>
                  <a:pt x="431" y="52"/>
                </a:lnTo>
                <a:lnTo>
                  <a:pt x="434" y="45"/>
                </a:lnTo>
                <a:lnTo>
                  <a:pt x="437" y="34"/>
                </a:lnTo>
                <a:lnTo>
                  <a:pt x="440" y="27"/>
                </a:lnTo>
                <a:lnTo>
                  <a:pt x="443" y="38"/>
                </a:lnTo>
                <a:lnTo>
                  <a:pt x="446" y="62"/>
                </a:lnTo>
                <a:lnTo>
                  <a:pt x="449" y="71"/>
                </a:lnTo>
                <a:lnTo>
                  <a:pt x="452" y="56"/>
                </a:lnTo>
                <a:lnTo>
                  <a:pt x="455" y="35"/>
                </a:lnTo>
                <a:lnTo>
                  <a:pt x="458" y="27"/>
                </a:lnTo>
                <a:lnTo>
                  <a:pt x="461" y="30"/>
                </a:lnTo>
                <a:lnTo>
                  <a:pt x="464" y="38"/>
                </a:lnTo>
                <a:lnTo>
                  <a:pt x="467" y="55"/>
                </a:lnTo>
                <a:lnTo>
                  <a:pt x="469" y="76"/>
                </a:lnTo>
                <a:lnTo>
                  <a:pt x="472" y="73"/>
                </a:lnTo>
                <a:lnTo>
                  <a:pt x="475" y="39"/>
                </a:lnTo>
                <a:lnTo>
                  <a:pt x="478" y="9"/>
                </a:lnTo>
                <a:lnTo>
                  <a:pt x="481" y="16"/>
                </a:lnTo>
                <a:lnTo>
                  <a:pt x="484" y="47"/>
                </a:lnTo>
                <a:lnTo>
                  <a:pt x="487" y="67"/>
                </a:lnTo>
                <a:lnTo>
                  <a:pt x="490" y="71"/>
                </a:lnTo>
                <a:lnTo>
                  <a:pt x="493" y="68"/>
                </a:lnTo>
                <a:lnTo>
                  <a:pt x="496" y="50"/>
                </a:lnTo>
                <a:lnTo>
                  <a:pt x="499" y="17"/>
                </a:lnTo>
                <a:lnTo>
                  <a:pt x="502" y="0"/>
                </a:lnTo>
                <a:lnTo>
                  <a:pt x="505" y="31"/>
                </a:lnTo>
                <a:lnTo>
                  <a:pt x="508" y="78"/>
                </a:lnTo>
                <a:lnTo>
                  <a:pt x="511" y="90"/>
                </a:lnTo>
                <a:lnTo>
                  <a:pt x="514" y="63"/>
                </a:lnTo>
                <a:lnTo>
                  <a:pt x="517" y="35"/>
                </a:lnTo>
                <a:lnTo>
                  <a:pt x="520" y="22"/>
                </a:lnTo>
                <a:lnTo>
                  <a:pt x="523" y="16"/>
                </a:lnTo>
                <a:lnTo>
                  <a:pt x="526" y="25"/>
                </a:lnTo>
                <a:lnTo>
                  <a:pt x="529" y="59"/>
                </a:lnTo>
                <a:lnTo>
                  <a:pt x="531" y="91"/>
                </a:lnTo>
                <a:lnTo>
                  <a:pt x="534" y="81"/>
                </a:lnTo>
                <a:lnTo>
                  <a:pt x="537" y="36"/>
                </a:lnTo>
                <a:lnTo>
                  <a:pt x="540" y="8"/>
                </a:lnTo>
                <a:lnTo>
                  <a:pt x="543" y="18"/>
                </a:lnTo>
                <a:lnTo>
                  <a:pt x="546" y="42"/>
                </a:lnTo>
                <a:lnTo>
                  <a:pt x="549" y="58"/>
                </a:lnTo>
                <a:lnTo>
                  <a:pt x="552" y="70"/>
                </a:lnTo>
                <a:lnTo>
                  <a:pt x="555" y="73"/>
                </a:lnTo>
                <a:lnTo>
                  <a:pt x="558" y="53"/>
                </a:lnTo>
                <a:lnTo>
                  <a:pt x="561" y="20"/>
                </a:lnTo>
                <a:lnTo>
                  <a:pt x="564" y="11"/>
                </a:lnTo>
                <a:lnTo>
                  <a:pt x="567" y="37"/>
                </a:lnTo>
                <a:lnTo>
                  <a:pt x="570" y="66"/>
                </a:lnTo>
                <a:lnTo>
                  <a:pt x="573" y="70"/>
                </a:lnTo>
                <a:lnTo>
                  <a:pt x="576" y="57"/>
                </a:lnTo>
                <a:lnTo>
                  <a:pt x="579" y="45"/>
                </a:lnTo>
                <a:lnTo>
                  <a:pt x="582" y="35"/>
                </a:lnTo>
                <a:lnTo>
                  <a:pt x="585" y="27"/>
                </a:lnTo>
                <a:lnTo>
                  <a:pt x="588" y="32"/>
                </a:lnTo>
                <a:lnTo>
                  <a:pt x="591" y="53"/>
                </a:lnTo>
                <a:lnTo>
                  <a:pt x="593" y="68"/>
                </a:lnTo>
                <a:lnTo>
                  <a:pt x="596" y="61"/>
                </a:lnTo>
                <a:lnTo>
                  <a:pt x="599" y="42"/>
                </a:lnTo>
                <a:lnTo>
                  <a:pt x="602" y="32"/>
                </a:lnTo>
                <a:lnTo>
                  <a:pt x="605" y="35"/>
                </a:lnTo>
                <a:lnTo>
                  <a:pt x="608" y="41"/>
                </a:lnTo>
                <a:lnTo>
                  <a:pt x="611" y="48"/>
                </a:lnTo>
                <a:lnTo>
                  <a:pt x="614" y="57"/>
                </a:lnTo>
                <a:lnTo>
                  <a:pt x="617" y="60"/>
                </a:lnTo>
                <a:lnTo>
                  <a:pt x="620" y="49"/>
                </a:lnTo>
                <a:lnTo>
                  <a:pt x="623" y="33"/>
                </a:lnTo>
                <a:lnTo>
                  <a:pt x="626" y="30"/>
                </a:lnTo>
                <a:lnTo>
                  <a:pt x="629" y="42"/>
                </a:lnTo>
                <a:lnTo>
                  <a:pt x="632" y="54"/>
                </a:lnTo>
                <a:lnTo>
                  <a:pt x="635" y="57"/>
                </a:lnTo>
                <a:lnTo>
                  <a:pt x="638" y="54"/>
                </a:lnTo>
                <a:lnTo>
                  <a:pt x="641" y="49"/>
                </a:lnTo>
                <a:lnTo>
                  <a:pt x="644" y="39"/>
                </a:lnTo>
                <a:lnTo>
                  <a:pt x="647" y="28"/>
                </a:lnTo>
                <a:lnTo>
                  <a:pt x="650" y="33"/>
                </a:lnTo>
                <a:lnTo>
                  <a:pt x="653" y="54"/>
                </a:lnTo>
                <a:lnTo>
                  <a:pt x="655" y="68"/>
                </a:lnTo>
                <a:lnTo>
                  <a:pt x="658" y="61"/>
                </a:lnTo>
                <a:lnTo>
                  <a:pt x="661" y="43"/>
                </a:lnTo>
                <a:lnTo>
                  <a:pt x="664" y="33"/>
                </a:lnTo>
                <a:lnTo>
                  <a:pt x="667" y="31"/>
                </a:lnTo>
                <a:lnTo>
                  <a:pt x="670" y="33"/>
                </a:lnTo>
                <a:lnTo>
                  <a:pt x="673" y="46"/>
                </a:lnTo>
                <a:lnTo>
                  <a:pt x="676" y="68"/>
                </a:lnTo>
                <a:lnTo>
                  <a:pt x="679" y="75"/>
                </a:lnTo>
                <a:lnTo>
                  <a:pt x="682" y="51"/>
                </a:lnTo>
                <a:lnTo>
                  <a:pt x="685" y="20"/>
                </a:lnTo>
                <a:lnTo>
                  <a:pt x="688" y="17"/>
                </a:lnTo>
                <a:lnTo>
                  <a:pt x="691" y="37"/>
                </a:lnTo>
                <a:lnTo>
                  <a:pt x="694" y="56"/>
                </a:lnTo>
                <a:lnTo>
                  <a:pt x="697" y="65"/>
                </a:lnTo>
                <a:lnTo>
                  <a:pt x="700" y="69"/>
                </a:lnTo>
                <a:lnTo>
                  <a:pt x="703" y="60"/>
                </a:lnTo>
                <a:lnTo>
                  <a:pt x="706" y="30"/>
                </a:lnTo>
                <a:lnTo>
                  <a:pt x="709" y="6"/>
                </a:lnTo>
                <a:lnTo>
                  <a:pt x="712" y="21"/>
                </a:lnTo>
                <a:lnTo>
                  <a:pt x="715" y="61"/>
                </a:lnTo>
                <a:lnTo>
                  <a:pt x="717" y="82"/>
                </a:lnTo>
                <a:lnTo>
                  <a:pt x="720" y="69"/>
                </a:lnTo>
                <a:lnTo>
                  <a:pt x="723" y="47"/>
                </a:lnTo>
                <a:lnTo>
                  <a:pt x="726" y="32"/>
                </a:lnTo>
                <a:lnTo>
                  <a:pt x="729" y="21"/>
                </a:lnTo>
                <a:lnTo>
                  <a:pt x="732" y="20"/>
                </a:lnTo>
                <a:lnTo>
                  <a:pt x="735" y="45"/>
                </a:lnTo>
                <a:lnTo>
                  <a:pt x="738" y="79"/>
                </a:lnTo>
                <a:lnTo>
                  <a:pt x="741" y="82"/>
                </a:lnTo>
                <a:lnTo>
                  <a:pt x="744" y="50"/>
                </a:lnTo>
                <a:lnTo>
                  <a:pt x="747" y="20"/>
                </a:lnTo>
                <a:lnTo>
                  <a:pt x="750" y="20"/>
                </a:lnTo>
                <a:lnTo>
                  <a:pt x="753" y="35"/>
                </a:lnTo>
                <a:lnTo>
                  <a:pt x="756" y="49"/>
                </a:lnTo>
                <a:lnTo>
                  <a:pt x="759" y="62"/>
                </a:lnTo>
                <a:lnTo>
                  <a:pt x="762" y="71"/>
                </a:lnTo>
                <a:lnTo>
                  <a:pt x="765" y="60"/>
                </a:lnTo>
                <a:lnTo>
                  <a:pt x="768" y="32"/>
                </a:lnTo>
                <a:lnTo>
                  <a:pt x="771" y="16"/>
                </a:lnTo>
                <a:lnTo>
                  <a:pt x="774" y="31"/>
                </a:lnTo>
                <a:lnTo>
                  <a:pt x="777" y="55"/>
                </a:lnTo>
                <a:lnTo>
                  <a:pt x="779" y="64"/>
                </a:lnTo>
                <a:lnTo>
                  <a:pt x="782" y="59"/>
                </a:lnTo>
                <a:lnTo>
                  <a:pt x="785" y="51"/>
                </a:lnTo>
                <a:lnTo>
                  <a:pt x="788" y="42"/>
                </a:lnTo>
                <a:lnTo>
                  <a:pt x="791" y="31"/>
                </a:lnTo>
                <a:lnTo>
                  <a:pt x="794" y="31"/>
                </a:lnTo>
                <a:lnTo>
                  <a:pt x="797" y="46"/>
                </a:lnTo>
                <a:lnTo>
                  <a:pt x="800" y="61"/>
                </a:lnTo>
                <a:lnTo>
                  <a:pt x="803" y="60"/>
                </a:lnTo>
                <a:lnTo>
                  <a:pt x="806" y="47"/>
                </a:lnTo>
                <a:lnTo>
                  <a:pt x="809" y="38"/>
                </a:lnTo>
                <a:lnTo>
                  <a:pt x="812" y="38"/>
                </a:lnTo>
                <a:lnTo>
                  <a:pt x="815" y="40"/>
                </a:lnTo>
                <a:lnTo>
                  <a:pt x="818" y="45"/>
                </a:lnTo>
                <a:lnTo>
                  <a:pt x="821" y="52"/>
                </a:lnTo>
                <a:lnTo>
                  <a:pt x="824" y="57"/>
                </a:lnTo>
                <a:lnTo>
                  <a:pt x="827" y="52"/>
                </a:lnTo>
                <a:lnTo>
                  <a:pt x="830" y="40"/>
                </a:lnTo>
                <a:lnTo>
                  <a:pt x="833" y="35"/>
                </a:lnTo>
                <a:lnTo>
                  <a:pt x="836" y="41"/>
                </a:lnTo>
                <a:lnTo>
                  <a:pt x="839" y="48"/>
                </a:lnTo>
                <a:lnTo>
                  <a:pt x="842" y="52"/>
                </a:lnTo>
                <a:lnTo>
                  <a:pt x="844" y="52"/>
                </a:lnTo>
                <a:lnTo>
                  <a:pt x="847" y="50"/>
                </a:lnTo>
                <a:lnTo>
                  <a:pt x="850" y="45"/>
                </a:lnTo>
                <a:lnTo>
                  <a:pt x="853" y="37"/>
                </a:lnTo>
                <a:lnTo>
                  <a:pt x="856" y="36"/>
                </a:lnTo>
                <a:lnTo>
                  <a:pt x="859" y="46"/>
                </a:lnTo>
                <a:lnTo>
                  <a:pt x="862" y="57"/>
                </a:lnTo>
                <a:lnTo>
                  <a:pt x="865" y="56"/>
                </a:lnTo>
                <a:lnTo>
                  <a:pt x="868" y="48"/>
                </a:lnTo>
                <a:lnTo>
                  <a:pt x="871" y="41"/>
                </a:lnTo>
                <a:lnTo>
                  <a:pt x="874" y="38"/>
                </a:lnTo>
                <a:lnTo>
                  <a:pt x="877" y="37"/>
                </a:lnTo>
                <a:lnTo>
                  <a:pt x="880" y="42"/>
                </a:lnTo>
                <a:lnTo>
                  <a:pt x="883" y="55"/>
                </a:lnTo>
                <a:lnTo>
                  <a:pt x="886" y="62"/>
                </a:lnTo>
                <a:lnTo>
                  <a:pt x="889" y="54"/>
                </a:lnTo>
                <a:lnTo>
                  <a:pt x="892" y="37"/>
                </a:lnTo>
                <a:lnTo>
                  <a:pt x="895" y="31"/>
                </a:lnTo>
                <a:lnTo>
                  <a:pt x="898" y="38"/>
                </a:lnTo>
                <a:lnTo>
                  <a:pt x="901" y="47"/>
                </a:lnTo>
                <a:lnTo>
                  <a:pt x="904" y="53"/>
                </a:lnTo>
                <a:lnTo>
                  <a:pt x="906" y="58"/>
                </a:lnTo>
                <a:lnTo>
                  <a:pt x="909" y="57"/>
                </a:lnTo>
                <a:lnTo>
                  <a:pt x="912" y="44"/>
                </a:lnTo>
                <a:lnTo>
                  <a:pt x="915" y="28"/>
                </a:lnTo>
                <a:lnTo>
                  <a:pt x="918" y="30"/>
                </a:lnTo>
                <a:lnTo>
                  <a:pt x="921" y="47"/>
                </a:lnTo>
                <a:lnTo>
                  <a:pt x="924" y="60"/>
                </a:lnTo>
                <a:lnTo>
                  <a:pt x="927" y="59"/>
                </a:lnTo>
                <a:lnTo>
                  <a:pt x="930" y="51"/>
                </a:lnTo>
                <a:lnTo>
                  <a:pt x="933" y="43"/>
                </a:lnTo>
                <a:lnTo>
                  <a:pt x="936" y="36"/>
                </a:lnTo>
                <a:lnTo>
                  <a:pt x="939" y="32"/>
                </a:lnTo>
                <a:lnTo>
                  <a:pt x="942" y="40"/>
                </a:lnTo>
                <a:lnTo>
                  <a:pt x="945" y="57"/>
                </a:lnTo>
                <a:lnTo>
                  <a:pt x="948" y="63"/>
                </a:lnTo>
                <a:lnTo>
                  <a:pt x="951" y="53"/>
                </a:lnTo>
                <a:lnTo>
                  <a:pt x="954" y="39"/>
                </a:lnTo>
                <a:lnTo>
                  <a:pt x="957" y="35"/>
                </a:lnTo>
                <a:lnTo>
                  <a:pt x="960" y="39"/>
                </a:lnTo>
                <a:lnTo>
                  <a:pt x="963" y="44"/>
                </a:lnTo>
                <a:lnTo>
                  <a:pt x="966" y="50"/>
                </a:lnTo>
                <a:lnTo>
                  <a:pt x="968" y="56"/>
                </a:lnTo>
                <a:lnTo>
                  <a:pt x="971" y="55"/>
                </a:lnTo>
                <a:lnTo>
                  <a:pt x="974" y="44"/>
                </a:lnTo>
                <a:lnTo>
                  <a:pt x="977" y="35"/>
                </a:lnTo>
                <a:lnTo>
                  <a:pt x="980" y="38"/>
                </a:lnTo>
                <a:lnTo>
                  <a:pt x="983" y="46"/>
                </a:lnTo>
                <a:lnTo>
                  <a:pt x="986" y="51"/>
                </a:lnTo>
                <a:lnTo>
                  <a:pt x="989" y="51"/>
                </a:lnTo>
                <a:lnTo>
                  <a:pt x="992" y="49"/>
                </a:lnTo>
                <a:lnTo>
                  <a:pt x="995" y="46"/>
                </a:lnTo>
                <a:lnTo>
                  <a:pt x="998" y="42"/>
                </a:lnTo>
                <a:lnTo>
                  <a:pt x="1001" y="40"/>
                </a:lnTo>
                <a:lnTo>
                  <a:pt x="1004" y="44"/>
                </a:lnTo>
                <a:lnTo>
                  <a:pt x="1007" y="50"/>
                </a:lnTo>
                <a:lnTo>
                  <a:pt x="1010" y="51"/>
                </a:lnTo>
                <a:lnTo>
                  <a:pt x="1013" y="48"/>
                </a:lnTo>
                <a:lnTo>
                  <a:pt x="1016" y="45"/>
                </a:lnTo>
                <a:lnTo>
                  <a:pt x="1019" y="44"/>
                </a:lnTo>
                <a:lnTo>
                  <a:pt x="1022" y="44"/>
                </a:lnTo>
                <a:lnTo>
                  <a:pt x="1025" y="45"/>
                </a:lnTo>
                <a:lnTo>
                  <a:pt x="1028" y="47"/>
                </a:lnTo>
                <a:lnTo>
                  <a:pt x="1030" y="48"/>
                </a:lnTo>
                <a:lnTo>
                  <a:pt x="1033" y="48"/>
                </a:lnTo>
                <a:lnTo>
                  <a:pt x="1036" y="46"/>
                </a:lnTo>
                <a:lnTo>
                  <a:pt x="1039" y="44"/>
                </a:lnTo>
                <a:lnTo>
                  <a:pt x="1042" y="45"/>
                </a:lnTo>
                <a:lnTo>
                  <a:pt x="1045" y="46"/>
                </a:lnTo>
                <a:lnTo>
                  <a:pt x="1048" y="47"/>
                </a:lnTo>
                <a:lnTo>
                  <a:pt x="1051" y="47"/>
                </a:lnTo>
                <a:lnTo>
                  <a:pt x="1054" y="47"/>
                </a:lnTo>
                <a:lnTo>
                  <a:pt x="1057" y="46"/>
                </a:lnTo>
                <a:lnTo>
                  <a:pt x="1060" y="45"/>
                </a:lnTo>
              </a:path>
            </a:pathLst>
          </a:custGeom>
          <a:noFill/>
          <a:ln w="15240">
            <a:solidFill>
              <a:srgbClr val="C83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73740" y="4015740"/>
            <a:ext cx="609600" cy="609600"/>
          </a:xfrm>
          <a:prstGeom prst="ellipse">
            <a:avLst/>
          </a:prstGeom>
          <a:solidFill>
            <a:srgbClr val="E3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102340" y="4191000"/>
            <a:ext cx="213360" cy="259080"/>
          </a:xfrm>
          <a:custGeom>
            <a:avLst/>
            <a:gdLst/>
            <a:ahLst/>
            <a:cxnLst/>
            <a:rect l="l" t="t" r="r" b="b"/>
            <a:pathLst>
              <a:path w="28" h="34">
                <a:moveTo>
                  <a:pt x="0" y="0"/>
                </a:moveTo>
                <a:lnTo>
                  <a:pt x="0" y="34"/>
                </a:lnTo>
                <a:lnTo>
                  <a:pt x="28" y="17"/>
                </a:lnTo>
                <a:close/>
              </a:path>
            </a:pathLst>
          </a:cu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79120" y="548640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9120" y="5730240"/>
            <a:ext cx="11033760" cy="480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8201E"/>
                </a:solidFill>
                <a:latin typeface="PingFang SC"/>
                <a:ea typeface="PingFang SC"/>
              </a:rPr>
              <a:t>相同台词，让比较集中在声音本身。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1199" y="5189220"/>
            <a:ext cx="7620000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A65"/>
                </a:solidFill>
                <a:latin typeface="PingFang SC"/>
                <a:ea typeface="PingFang SC"/>
              </a:rPr>
              <a:t>示意波形 · 待插入本人原声 / 合成声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04/22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02 / 内容与声音身份分开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声音不是把旧录音剪成新句子。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2057400"/>
            <a:ext cx="4953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626A65"/>
                </a:solidFill>
                <a:latin typeface="PingFang SC"/>
                <a:ea typeface="PingFang SC"/>
              </a:rPr>
              <a:t>参考录音 + 对应文字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9120" y="3181350"/>
            <a:ext cx="472440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579120" y="2788920"/>
            <a:ext cx="4724400" cy="784860"/>
          </a:xfrm>
          <a:custGeom>
            <a:avLst/>
            <a:gdLst/>
            <a:ahLst/>
            <a:cxnLst/>
            <a:rect l="l" t="t" r="r" b="b"/>
            <a:pathLst>
              <a:path w="620" h="103">
                <a:moveTo>
                  <a:pt x="0" y="52"/>
                </a:moveTo>
                <a:lnTo>
                  <a:pt x="2" y="50"/>
                </a:lnTo>
                <a:lnTo>
                  <a:pt x="3" y="50"/>
                </a:lnTo>
                <a:lnTo>
                  <a:pt x="5" y="51"/>
                </a:lnTo>
                <a:lnTo>
                  <a:pt x="7" y="52"/>
                </a:lnTo>
                <a:lnTo>
                  <a:pt x="9" y="53"/>
                </a:lnTo>
                <a:lnTo>
                  <a:pt x="10" y="53"/>
                </a:lnTo>
                <a:lnTo>
                  <a:pt x="12" y="52"/>
                </a:lnTo>
                <a:lnTo>
                  <a:pt x="14" y="50"/>
                </a:lnTo>
                <a:lnTo>
                  <a:pt x="16" y="48"/>
                </a:lnTo>
                <a:lnTo>
                  <a:pt x="17" y="50"/>
                </a:lnTo>
                <a:lnTo>
                  <a:pt x="19" y="54"/>
                </a:lnTo>
                <a:lnTo>
                  <a:pt x="21" y="55"/>
                </a:lnTo>
                <a:lnTo>
                  <a:pt x="22" y="54"/>
                </a:lnTo>
                <a:lnTo>
                  <a:pt x="24" y="51"/>
                </a:lnTo>
                <a:lnTo>
                  <a:pt x="26" y="49"/>
                </a:lnTo>
                <a:lnTo>
                  <a:pt x="28" y="48"/>
                </a:lnTo>
                <a:lnTo>
                  <a:pt x="29" y="48"/>
                </a:lnTo>
                <a:lnTo>
                  <a:pt x="31" y="52"/>
                </a:lnTo>
                <a:lnTo>
                  <a:pt x="33" y="59"/>
                </a:lnTo>
                <a:lnTo>
                  <a:pt x="35" y="59"/>
                </a:lnTo>
                <a:lnTo>
                  <a:pt x="36" y="51"/>
                </a:lnTo>
                <a:lnTo>
                  <a:pt x="38" y="44"/>
                </a:lnTo>
                <a:lnTo>
                  <a:pt x="40" y="44"/>
                </a:lnTo>
                <a:lnTo>
                  <a:pt x="41" y="49"/>
                </a:lnTo>
                <a:lnTo>
                  <a:pt x="43" y="54"/>
                </a:lnTo>
                <a:lnTo>
                  <a:pt x="45" y="58"/>
                </a:lnTo>
                <a:lnTo>
                  <a:pt x="47" y="61"/>
                </a:lnTo>
                <a:lnTo>
                  <a:pt x="48" y="56"/>
                </a:lnTo>
                <a:lnTo>
                  <a:pt x="50" y="43"/>
                </a:lnTo>
                <a:lnTo>
                  <a:pt x="52" y="36"/>
                </a:lnTo>
                <a:lnTo>
                  <a:pt x="54" y="45"/>
                </a:lnTo>
                <a:lnTo>
                  <a:pt x="55" y="59"/>
                </a:lnTo>
                <a:lnTo>
                  <a:pt x="57" y="64"/>
                </a:lnTo>
                <a:lnTo>
                  <a:pt x="59" y="60"/>
                </a:lnTo>
                <a:lnTo>
                  <a:pt x="60" y="53"/>
                </a:lnTo>
                <a:lnTo>
                  <a:pt x="62" y="46"/>
                </a:lnTo>
                <a:lnTo>
                  <a:pt x="64" y="38"/>
                </a:lnTo>
                <a:lnTo>
                  <a:pt x="66" y="38"/>
                </a:lnTo>
                <a:lnTo>
                  <a:pt x="67" y="54"/>
                </a:lnTo>
                <a:lnTo>
                  <a:pt x="69" y="70"/>
                </a:lnTo>
                <a:lnTo>
                  <a:pt x="71" y="67"/>
                </a:lnTo>
                <a:lnTo>
                  <a:pt x="73" y="51"/>
                </a:lnTo>
                <a:lnTo>
                  <a:pt x="74" y="39"/>
                </a:lnTo>
                <a:lnTo>
                  <a:pt x="76" y="40"/>
                </a:lnTo>
                <a:lnTo>
                  <a:pt x="78" y="44"/>
                </a:lnTo>
                <a:lnTo>
                  <a:pt x="79" y="51"/>
                </a:lnTo>
                <a:lnTo>
                  <a:pt x="81" y="62"/>
                </a:lnTo>
                <a:lnTo>
                  <a:pt x="83" y="69"/>
                </a:lnTo>
                <a:lnTo>
                  <a:pt x="85" y="58"/>
                </a:lnTo>
                <a:lnTo>
                  <a:pt x="86" y="40"/>
                </a:lnTo>
                <a:lnTo>
                  <a:pt x="88" y="34"/>
                </a:lnTo>
                <a:lnTo>
                  <a:pt x="90" y="45"/>
                </a:lnTo>
                <a:lnTo>
                  <a:pt x="92" y="57"/>
                </a:lnTo>
                <a:lnTo>
                  <a:pt x="93" y="61"/>
                </a:lnTo>
                <a:lnTo>
                  <a:pt x="95" y="60"/>
                </a:lnTo>
                <a:lnTo>
                  <a:pt x="97" y="57"/>
                </a:lnTo>
                <a:lnTo>
                  <a:pt x="98" y="48"/>
                </a:lnTo>
                <a:lnTo>
                  <a:pt x="100" y="38"/>
                </a:lnTo>
                <a:lnTo>
                  <a:pt x="102" y="40"/>
                </a:lnTo>
                <a:lnTo>
                  <a:pt x="104" y="54"/>
                </a:lnTo>
                <a:lnTo>
                  <a:pt x="105" y="64"/>
                </a:lnTo>
                <a:lnTo>
                  <a:pt x="107" y="61"/>
                </a:lnTo>
                <a:lnTo>
                  <a:pt x="109" y="52"/>
                </a:lnTo>
                <a:lnTo>
                  <a:pt x="111" y="46"/>
                </a:lnTo>
                <a:lnTo>
                  <a:pt x="112" y="45"/>
                </a:lnTo>
                <a:lnTo>
                  <a:pt x="114" y="45"/>
                </a:lnTo>
                <a:lnTo>
                  <a:pt x="116" y="50"/>
                </a:lnTo>
                <a:lnTo>
                  <a:pt x="117" y="59"/>
                </a:lnTo>
                <a:lnTo>
                  <a:pt x="119" y="62"/>
                </a:lnTo>
                <a:lnTo>
                  <a:pt x="121" y="55"/>
                </a:lnTo>
                <a:lnTo>
                  <a:pt x="123" y="44"/>
                </a:lnTo>
                <a:lnTo>
                  <a:pt x="124" y="42"/>
                </a:lnTo>
                <a:lnTo>
                  <a:pt x="126" y="47"/>
                </a:lnTo>
                <a:lnTo>
                  <a:pt x="128" y="53"/>
                </a:lnTo>
                <a:lnTo>
                  <a:pt x="130" y="57"/>
                </a:lnTo>
                <a:lnTo>
                  <a:pt x="131" y="60"/>
                </a:lnTo>
                <a:lnTo>
                  <a:pt x="133" y="58"/>
                </a:lnTo>
                <a:lnTo>
                  <a:pt x="135" y="48"/>
                </a:lnTo>
                <a:lnTo>
                  <a:pt x="136" y="38"/>
                </a:lnTo>
                <a:lnTo>
                  <a:pt x="138" y="40"/>
                </a:lnTo>
                <a:lnTo>
                  <a:pt x="140" y="55"/>
                </a:lnTo>
                <a:lnTo>
                  <a:pt x="142" y="65"/>
                </a:lnTo>
                <a:lnTo>
                  <a:pt x="143" y="63"/>
                </a:lnTo>
                <a:lnTo>
                  <a:pt x="145" y="54"/>
                </a:lnTo>
                <a:lnTo>
                  <a:pt x="147" y="47"/>
                </a:lnTo>
                <a:lnTo>
                  <a:pt x="149" y="39"/>
                </a:lnTo>
                <a:lnTo>
                  <a:pt x="150" y="35"/>
                </a:lnTo>
                <a:lnTo>
                  <a:pt x="152" y="47"/>
                </a:lnTo>
                <a:lnTo>
                  <a:pt x="154" y="69"/>
                </a:lnTo>
                <a:lnTo>
                  <a:pt x="155" y="77"/>
                </a:lnTo>
                <a:lnTo>
                  <a:pt x="157" y="59"/>
                </a:lnTo>
                <a:lnTo>
                  <a:pt x="159" y="35"/>
                </a:lnTo>
                <a:lnTo>
                  <a:pt x="161" y="30"/>
                </a:lnTo>
                <a:lnTo>
                  <a:pt x="162" y="39"/>
                </a:lnTo>
                <a:lnTo>
                  <a:pt x="164" y="50"/>
                </a:lnTo>
                <a:lnTo>
                  <a:pt x="166" y="64"/>
                </a:lnTo>
                <a:lnTo>
                  <a:pt x="168" y="79"/>
                </a:lnTo>
                <a:lnTo>
                  <a:pt x="169" y="74"/>
                </a:lnTo>
                <a:lnTo>
                  <a:pt x="171" y="40"/>
                </a:lnTo>
                <a:lnTo>
                  <a:pt x="173" y="13"/>
                </a:lnTo>
                <a:lnTo>
                  <a:pt x="174" y="24"/>
                </a:lnTo>
                <a:lnTo>
                  <a:pt x="176" y="59"/>
                </a:lnTo>
                <a:lnTo>
                  <a:pt x="178" y="78"/>
                </a:lnTo>
                <a:lnTo>
                  <a:pt x="180" y="75"/>
                </a:lnTo>
                <a:lnTo>
                  <a:pt x="181" y="65"/>
                </a:lnTo>
                <a:lnTo>
                  <a:pt x="183" y="48"/>
                </a:lnTo>
                <a:lnTo>
                  <a:pt x="185" y="23"/>
                </a:lnTo>
                <a:lnTo>
                  <a:pt x="187" y="13"/>
                </a:lnTo>
                <a:lnTo>
                  <a:pt x="188" y="43"/>
                </a:lnTo>
                <a:lnTo>
                  <a:pt x="190" y="85"/>
                </a:lnTo>
                <a:lnTo>
                  <a:pt x="192" y="92"/>
                </a:lnTo>
                <a:lnTo>
                  <a:pt x="193" y="62"/>
                </a:lnTo>
                <a:lnTo>
                  <a:pt x="195" y="33"/>
                </a:lnTo>
                <a:lnTo>
                  <a:pt x="197" y="26"/>
                </a:lnTo>
                <a:lnTo>
                  <a:pt x="199" y="30"/>
                </a:lnTo>
                <a:lnTo>
                  <a:pt x="200" y="41"/>
                </a:lnTo>
                <a:lnTo>
                  <a:pt x="202" y="67"/>
                </a:lnTo>
                <a:lnTo>
                  <a:pt x="204" y="89"/>
                </a:lnTo>
                <a:lnTo>
                  <a:pt x="206" y="77"/>
                </a:lnTo>
                <a:lnTo>
                  <a:pt x="207" y="38"/>
                </a:lnTo>
                <a:lnTo>
                  <a:pt x="209" y="16"/>
                </a:lnTo>
                <a:lnTo>
                  <a:pt x="211" y="29"/>
                </a:lnTo>
                <a:lnTo>
                  <a:pt x="212" y="54"/>
                </a:lnTo>
                <a:lnTo>
                  <a:pt x="214" y="67"/>
                </a:lnTo>
                <a:lnTo>
                  <a:pt x="216" y="71"/>
                </a:lnTo>
                <a:lnTo>
                  <a:pt x="218" y="68"/>
                </a:lnTo>
                <a:lnTo>
                  <a:pt x="219" y="52"/>
                </a:lnTo>
                <a:lnTo>
                  <a:pt x="221" y="29"/>
                </a:lnTo>
                <a:lnTo>
                  <a:pt x="223" y="25"/>
                </a:lnTo>
                <a:lnTo>
                  <a:pt x="225" y="47"/>
                </a:lnTo>
                <a:lnTo>
                  <a:pt x="226" y="71"/>
                </a:lnTo>
                <a:lnTo>
                  <a:pt x="228" y="72"/>
                </a:lnTo>
                <a:lnTo>
                  <a:pt x="230" y="58"/>
                </a:lnTo>
                <a:lnTo>
                  <a:pt x="231" y="47"/>
                </a:lnTo>
                <a:lnTo>
                  <a:pt x="233" y="41"/>
                </a:lnTo>
                <a:lnTo>
                  <a:pt x="235" y="38"/>
                </a:lnTo>
                <a:lnTo>
                  <a:pt x="237" y="43"/>
                </a:lnTo>
                <a:lnTo>
                  <a:pt x="238" y="59"/>
                </a:lnTo>
                <a:lnTo>
                  <a:pt x="240" y="71"/>
                </a:lnTo>
                <a:lnTo>
                  <a:pt x="242" y="63"/>
                </a:lnTo>
                <a:lnTo>
                  <a:pt x="244" y="45"/>
                </a:lnTo>
                <a:lnTo>
                  <a:pt x="245" y="37"/>
                </a:lnTo>
                <a:lnTo>
                  <a:pt x="247" y="42"/>
                </a:lnTo>
                <a:lnTo>
                  <a:pt x="249" y="50"/>
                </a:lnTo>
                <a:lnTo>
                  <a:pt x="250" y="57"/>
                </a:lnTo>
                <a:lnTo>
                  <a:pt x="252" y="63"/>
                </a:lnTo>
                <a:lnTo>
                  <a:pt x="254" y="65"/>
                </a:lnTo>
                <a:lnTo>
                  <a:pt x="256" y="52"/>
                </a:lnTo>
                <a:lnTo>
                  <a:pt x="257" y="35"/>
                </a:lnTo>
                <a:lnTo>
                  <a:pt x="259" y="32"/>
                </a:lnTo>
                <a:lnTo>
                  <a:pt x="261" y="49"/>
                </a:lnTo>
                <a:lnTo>
                  <a:pt x="263" y="66"/>
                </a:lnTo>
                <a:lnTo>
                  <a:pt x="264" y="68"/>
                </a:lnTo>
                <a:lnTo>
                  <a:pt x="266" y="60"/>
                </a:lnTo>
                <a:lnTo>
                  <a:pt x="268" y="51"/>
                </a:lnTo>
                <a:lnTo>
                  <a:pt x="269" y="39"/>
                </a:lnTo>
                <a:lnTo>
                  <a:pt x="271" y="28"/>
                </a:lnTo>
                <a:lnTo>
                  <a:pt x="273" y="37"/>
                </a:lnTo>
                <a:lnTo>
                  <a:pt x="275" y="66"/>
                </a:lnTo>
                <a:lnTo>
                  <a:pt x="276" y="86"/>
                </a:lnTo>
                <a:lnTo>
                  <a:pt x="278" y="71"/>
                </a:lnTo>
                <a:lnTo>
                  <a:pt x="280" y="41"/>
                </a:lnTo>
                <a:lnTo>
                  <a:pt x="282" y="26"/>
                </a:lnTo>
                <a:lnTo>
                  <a:pt x="283" y="30"/>
                </a:lnTo>
                <a:lnTo>
                  <a:pt x="285" y="40"/>
                </a:lnTo>
                <a:lnTo>
                  <a:pt x="287" y="59"/>
                </a:lnTo>
                <a:lnTo>
                  <a:pt x="288" y="85"/>
                </a:lnTo>
                <a:lnTo>
                  <a:pt x="290" y="89"/>
                </a:lnTo>
                <a:lnTo>
                  <a:pt x="292" y="53"/>
                </a:lnTo>
                <a:lnTo>
                  <a:pt x="294" y="10"/>
                </a:lnTo>
                <a:lnTo>
                  <a:pt x="295" y="9"/>
                </a:lnTo>
                <a:lnTo>
                  <a:pt x="297" y="46"/>
                </a:lnTo>
                <a:lnTo>
                  <a:pt x="299" y="76"/>
                </a:lnTo>
                <a:lnTo>
                  <a:pt x="301" y="82"/>
                </a:lnTo>
                <a:lnTo>
                  <a:pt x="302" y="77"/>
                </a:lnTo>
                <a:lnTo>
                  <a:pt x="304" y="61"/>
                </a:lnTo>
                <a:lnTo>
                  <a:pt x="306" y="25"/>
                </a:lnTo>
                <a:lnTo>
                  <a:pt x="307" y="0"/>
                </a:lnTo>
                <a:lnTo>
                  <a:pt x="309" y="24"/>
                </a:lnTo>
                <a:lnTo>
                  <a:pt x="311" y="79"/>
                </a:lnTo>
                <a:lnTo>
                  <a:pt x="313" y="103"/>
                </a:lnTo>
                <a:lnTo>
                  <a:pt x="314" y="78"/>
                </a:lnTo>
                <a:lnTo>
                  <a:pt x="316" y="42"/>
                </a:lnTo>
                <a:lnTo>
                  <a:pt x="318" y="26"/>
                </a:lnTo>
                <a:lnTo>
                  <a:pt x="319" y="21"/>
                </a:lnTo>
                <a:lnTo>
                  <a:pt x="321" y="27"/>
                </a:lnTo>
                <a:lnTo>
                  <a:pt x="323" y="57"/>
                </a:lnTo>
                <a:lnTo>
                  <a:pt x="325" y="94"/>
                </a:lnTo>
                <a:lnTo>
                  <a:pt x="326" y="93"/>
                </a:lnTo>
                <a:lnTo>
                  <a:pt x="328" y="50"/>
                </a:lnTo>
                <a:lnTo>
                  <a:pt x="330" y="14"/>
                </a:lnTo>
                <a:lnTo>
                  <a:pt x="332" y="18"/>
                </a:lnTo>
                <a:lnTo>
                  <a:pt x="333" y="44"/>
                </a:lnTo>
                <a:lnTo>
                  <a:pt x="335" y="63"/>
                </a:lnTo>
                <a:lnTo>
                  <a:pt x="337" y="73"/>
                </a:lnTo>
                <a:lnTo>
                  <a:pt x="338" y="77"/>
                </a:lnTo>
                <a:lnTo>
                  <a:pt x="340" y="62"/>
                </a:lnTo>
                <a:lnTo>
                  <a:pt x="342" y="32"/>
                </a:lnTo>
                <a:lnTo>
                  <a:pt x="344" y="17"/>
                </a:lnTo>
                <a:lnTo>
                  <a:pt x="345" y="37"/>
                </a:lnTo>
                <a:lnTo>
                  <a:pt x="347" y="66"/>
                </a:lnTo>
                <a:lnTo>
                  <a:pt x="349" y="75"/>
                </a:lnTo>
                <a:lnTo>
                  <a:pt x="351" y="64"/>
                </a:lnTo>
                <a:lnTo>
                  <a:pt x="352" y="52"/>
                </a:lnTo>
                <a:lnTo>
                  <a:pt x="354" y="43"/>
                </a:lnTo>
                <a:lnTo>
                  <a:pt x="356" y="35"/>
                </a:lnTo>
                <a:lnTo>
                  <a:pt x="357" y="37"/>
                </a:lnTo>
                <a:lnTo>
                  <a:pt x="359" y="54"/>
                </a:lnTo>
                <a:lnTo>
                  <a:pt x="361" y="71"/>
                </a:lnTo>
                <a:lnTo>
                  <a:pt x="363" y="68"/>
                </a:lnTo>
                <a:lnTo>
                  <a:pt x="364" y="51"/>
                </a:lnTo>
                <a:lnTo>
                  <a:pt x="366" y="38"/>
                </a:lnTo>
                <a:lnTo>
                  <a:pt x="368" y="40"/>
                </a:lnTo>
                <a:lnTo>
                  <a:pt x="370" y="46"/>
                </a:lnTo>
                <a:lnTo>
                  <a:pt x="371" y="53"/>
                </a:lnTo>
                <a:lnTo>
                  <a:pt x="373" y="61"/>
                </a:lnTo>
                <a:lnTo>
                  <a:pt x="375" y="66"/>
                </a:lnTo>
                <a:lnTo>
                  <a:pt x="376" y="58"/>
                </a:lnTo>
                <a:lnTo>
                  <a:pt x="378" y="40"/>
                </a:lnTo>
                <a:lnTo>
                  <a:pt x="380" y="32"/>
                </a:lnTo>
                <a:lnTo>
                  <a:pt x="382" y="44"/>
                </a:lnTo>
                <a:lnTo>
                  <a:pt x="383" y="60"/>
                </a:lnTo>
                <a:lnTo>
                  <a:pt x="385" y="65"/>
                </a:lnTo>
                <a:lnTo>
                  <a:pt x="387" y="62"/>
                </a:lnTo>
                <a:lnTo>
                  <a:pt x="389" y="56"/>
                </a:lnTo>
                <a:lnTo>
                  <a:pt x="390" y="45"/>
                </a:lnTo>
                <a:lnTo>
                  <a:pt x="392" y="31"/>
                </a:lnTo>
                <a:lnTo>
                  <a:pt x="394" y="32"/>
                </a:lnTo>
                <a:lnTo>
                  <a:pt x="395" y="56"/>
                </a:lnTo>
                <a:lnTo>
                  <a:pt x="397" y="78"/>
                </a:lnTo>
                <a:lnTo>
                  <a:pt x="399" y="74"/>
                </a:lnTo>
                <a:lnTo>
                  <a:pt x="401" y="51"/>
                </a:lnTo>
                <a:lnTo>
                  <a:pt x="402" y="35"/>
                </a:lnTo>
                <a:lnTo>
                  <a:pt x="404" y="32"/>
                </a:lnTo>
                <a:lnTo>
                  <a:pt x="406" y="36"/>
                </a:lnTo>
                <a:lnTo>
                  <a:pt x="408" y="49"/>
                </a:lnTo>
                <a:lnTo>
                  <a:pt x="409" y="74"/>
                </a:lnTo>
                <a:lnTo>
                  <a:pt x="411" y="87"/>
                </a:lnTo>
                <a:lnTo>
                  <a:pt x="413" y="65"/>
                </a:lnTo>
                <a:lnTo>
                  <a:pt x="414" y="26"/>
                </a:lnTo>
                <a:lnTo>
                  <a:pt x="416" y="14"/>
                </a:lnTo>
                <a:lnTo>
                  <a:pt x="418" y="36"/>
                </a:lnTo>
                <a:lnTo>
                  <a:pt x="420" y="62"/>
                </a:lnTo>
                <a:lnTo>
                  <a:pt x="421" y="73"/>
                </a:lnTo>
                <a:lnTo>
                  <a:pt x="423" y="77"/>
                </a:lnTo>
                <a:lnTo>
                  <a:pt x="425" y="70"/>
                </a:lnTo>
                <a:lnTo>
                  <a:pt x="427" y="41"/>
                </a:lnTo>
                <a:lnTo>
                  <a:pt x="428" y="11"/>
                </a:lnTo>
                <a:lnTo>
                  <a:pt x="430" y="18"/>
                </a:lnTo>
                <a:lnTo>
                  <a:pt x="432" y="60"/>
                </a:lnTo>
                <a:lnTo>
                  <a:pt x="433" y="90"/>
                </a:lnTo>
                <a:lnTo>
                  <a:pt x="435" y="80"/>
                </a:lnTo>
                <a:lnTo>
                  <a:pt x="437" y="55"/>
                </a:lnTo>
                <a:lnTo>
                  <a:pt x="439" y="38"/>
                </a:lnTo>
                <a:lnTo>
                  <a:pt x="440" y="28"/>
                </a:lnTo>
                <a:lnTo>
                  <a:pt x="442" y="25"/>
                </a:lnTo>
                <a:lnTo>
                  <a:pt x="444" y="44"/>
                </a:lnTo>
                <a:lnTo>
                  <a:pt x="446" y="79"/>
                </a:lnTo>
                <a:lnTo>
                  <a:pt x="447" y="90"/>
                </a:lnTo>
                <a:lnTo>
                  <a:pt x="449" y="63"/>
                </a:lnTo>
                <a:lnTo>
                  <a:pt x="451" y="29"/>
                </a:lnTo>
                <a:lnTo>
                  <a:pt x="452" y="24"/>
                </a:lnTo>
                <a:lnTo>
                  <a:pt x="454" y="39"/>
                </a:lnTo>
                <a:lnTo>
                  <a:pt x="456" y="53"/>
                </a:lnTo>
                <a:lnTo>
                  <a:pt x="458" y="64"/>
                </a:lnTo>
                <a:lnTo>
                  <a:pt x="459" y="73"/>
                </a:lnTo>
                <a:lnTo>
                  <a:pt x="461" y="68"/>
                </a:lnTo>
                <a:lnTo>
                  <a:pt x="463" y="44"/>
                </a:lnTo>
                <a:lnTo>
                  <a:pt x="465" y="26"/>
                </a:lnTo>
                <a:lnTo>
                  <a:pt x="466" y="34"/>
                </a:lnTo>
                <a:lnTo>
                  <a:pt x="468" y="56"/>
                </a:lnTo>
                <a:lnTo>
                  <a:pt x="470" y="68"/>
                </a:lnTo>
                <a:lnTo>
                  <a:pt x="471" y="64"/>
                </a:lnTo>
                <a:lnTo>
                  <a:pt x="473" y="56"/>
                </a:lnTo>
                <a:lnTo>
                  <a:pt x="475" y="49"/>
                </a:lnTo>
                <a:lnTo>
                  <a:pt x="477" y="40"/>
                </a:lnTo>
                <a:lnTo>
                  <a:pt x="478" y="38"/>
                </a:lnTo>
                <a:lnTo>
                  <a:pt x="480" y="48"/>
                </a:lnTo>
                <a:lnTo>
                  <a:pt x="482" y="63"/>
                </a:lnTo>
                <a:lnTo>
                  <a:pt x="484" y="65"/>
                </a:lnTo>
                <a:lnTo>
                  <a:pt x="485" y="55"/>
                </a:lnTo>
                <a:lnTo>
                  <a:pt x="487" y="45"/>
                </a:lnTo>
                <a:lnTo>
                  <a:pt x="489" y="43"/>
                </a:lnTo>
                <a:lnTo>
                  <a:pt x="490" y="46"/>
                </a:lnTo>
                <a:lnTo>
                  <a:pt x="492" y="50"/>
                </a:lnTo>
                <a:lnTo>
                  <a:pt x="494" y="56"/>
                </a:lnTo>
                <a:lnTo>
                  <a:pt x="496" y="61"/>
                </a:lnTo>
                <a:lnTo>
                  <a:pt x="497" y="59"/>
                </a:lnTo>
                <a:lnTo>
                  <a:pt x="499" y="48"/>
                </a:lnTo>
                <a:lnTo>
                  <a:pt x="501" y="41"/>
                </a:lnTo>
                <a:lnTo>
                  <a:pt x="503" y="44"/>
                </a:lnTo>
                <a:lnTo>
                  <a:pt x="504" y="53"/>
                </a:lnTo>
                <a:lnTo>
                  <a:pt x="506" y="58"/>
                </a:lnTo>
                <a:lnTo>
                  <a:pt x="508" y="58"/>
                </a:lnTo>
                <a:lnTo>
                  <a:pt x="509" y="57"/>
                </a:lnTo>
                <a:lnTo>
                  <a:pt x="511" y="51"/>
                </a:lnTo>
                <a:lnTo>
                  <a:pt x="513" y="42"/>
                </a:lnTo>
                <a:lnTo>
                  <a:pt x="515" y="39"/>
                </a:lnTo>
                <a:lnTo>
                  <a:pt x="516" y="49"/>
                </a:lnTo>
                <a:lnTo>
                  <a:pt x="518" y="63"/>
                </a:lnTo>
                <a:lnTo>
                  <a:pt x="520" y="65"/>
                </a:lnTo>
                <a:lnTo>
                  <a:pt x="522" y="55"/>
                </a:lnTo>
                <a:lnTo>
                  <a:pt x="523" y="46"/>
                </a:lnTo>
                <a:lnTo>
                  <a:pt x="525" y="43"/>
                </a:lnTo>
                <a:lnTo>
                  <a:pt x="527" y="42"/>
                </a:lnTo>
                <a:lnTo>
                  <a:pt x="528" y="46"/>
                </a:lnTo>
                <a:lnTo>
                  <a:pt x="530" y="58"/>
                </a:lnTo>
                <a:lnTo>
                  <a:pt x="532" y="69"/>
                </a:lnTo>
                <a:lnTo>
                  <a:pt x="534" y="63"/>
                </a:lnTo>
                <a:lnTo>
                  <a:pt x="535" y="45"/>
                </a:lnTo>
                <a:lnTo>
                  <a:pt x="537" y="34"/>
                </a:lnTo>
                <a:lnTo>
                  <a:pt x="539" y="41"/>
                </a:lnTo>
                <a:lnTo>
                  <a:pt x="541" y="52"/>
                </a:lnTo>
                <a:lnTo>
                  <a:pt x="542" y="59"/>
                </a:lnTo>
                <a:lnTo>
                  <a:pt x="544" y="63"/>
                </a:lnTo>
                <a:lnTo>
                  <a:pt x="546" y="64"/>
                </a:lnTo>
                <a:lnTo>
                  <a:pt x="547" y="52"/>
                </a:lnTo>
                <a:lnTo>
                  <a:pt x="549" y="36"/>
                </a:lnTo>
                <a:lnTo>
                  <a:pt x="551" y="33"/>
                </a:lnTo>
                <a:lnTo>
                  <a:pt x="553" y="49"/>
                </a:lnTo>
                <a:lnTo>
                  <a:pt x="554" y="65"/>
                </a:lnTo>
                <a:lnTo>
                  <a:pt x="556" y="65"/>
                </a:lnTo>
                <a:lnTo>
                  <a:pt x="558" y="57"/>
                </a:lnTo>
                <a:lnTo>
                  <a:pt x="560" y="50"/>
                </a:lnTo>
                <a:lnTo>
                  <a:pt x="561" y="43"/>
                </a:lnTo>
                <a:lnTo>
                  <a:pt x="563" y="39"/>
                </a:lnTo>
                <a:lnTo>
                  <a:pt x="565" y="44"/>
                </a:lnTo>
                <a:lnTo>
                  <a:pt x="566" y="58"/>
                </a:lnTo>
                <a:lnTo>
                  <a:pt x="568" y="67"/>
                </a:lnTo>
                <a:lnTo>
                  <a:pt x="570" y="60"/>
                </a:lnTo>
                <a:lnTo>
                  <a:pt x="572" y="47"/>
                </a:lnTo>
                <a:lnTo>
                  <a:pt x="573" y="42"/>
                </a:lnTo>
                <a:lnTo>
                  <a:pt x="575" y="45"/>
                </a:lnTo>
                <a:lnTo>
                  <a:pt x="577" y="49"/>
                </a:lnTo>
                <a:lnTo>
                  <a:pt x="579" y="54"/>
                </a:lnTo>
                <a:lnTo>
                  <a:pt x="580" y="59"/>
                </a:lnTo>
                <a:lnTo>
                  <a:pt x="582" y="59"/>
                </a:lnTo>
                <a:lnTo>
                  <a:pt x="584" y="52"/>
                </a:lnTo>
                <a:lnTo>
                  <a:pt x="585" y="44"/>
                </a:lnTo>
                <a:lnTo>
                  <a:pt x="587" y="44"/>
                </a:lnTo>
                <a:lnTo>
                  <a:pt x="589" y="51"/>
                </a:lnTo>
                <a:lnTo>
                  <a:pt x="591" y="55"/>
                </a:lnTo>
                <a:lnTo>
                  <a:pt x="592" y="55"/>
                </a:lnTo>
                <a:lnTo>
                  <a:pt x="594" y="54"/>
                </a:lnTo>
                <a:lnTo>
                  <a:pt x="596" y="52"/>
                </a:lnTo>
                <a:lnTo>
                  <a:pt x="598" y="49"/>
                </a:lnTo>
                <a:lnTo>
                  <a:pt x="599" y="48"/>
                </a:lnTo>
                <a:lnTo>
                  <a:pt x="601" y="49"/>
                </a:lnTo>
                <a:lnTo>
                  <a:pt x="603" y="53"/>
                </a:lnTo>
                <a:lnTo>
                  <a:pt x="604" y="55"/>
                </a:lnTo>
                <a:lnTo>
                  <a:pt x="606" y="53"/>
                </a:lnTo>
                <a:lnTo>
                  <a:pt x="608" y="51"/>
                </a:lnTo>
                <a:lnTo>
                  <a:pt x="610" y="50"/>
                </a:lnTo>
                <a:lnTo>
                  <a:pt x="611" y="50"/>
                </a:lnTo>
                <a:lnTo>
                  <a:pt x="613" y="51"/>
                </a:lnTo>
                <a:lnTo>
                  <a:pt x="615" y="52"/>
                </a:lnTo>
                <a:lnTo>
                  <a:pt x="617" y="53"/>
                </a:lnTo>
                <a:lnTo>
                  <a:pt x="618" y="53"/>
                </a:lnTo>
                <a:lnTo>
                  <a:pt x="620" y="52"/>
                </a:lnTo>
              </a:path>
            </a:pathLst>
          </a:custGeom>
          <a:noFill/>
          <a:ln w="15240">
            <a:solidFill>
              <a:srgbClr val="26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20" y="4107179"/>
            <a:ext cx="4953000" cy="396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626A65"/>
                </a:solidFill>
                <a:latin typeface="PingFang SC"/>
                <a:ea typeface="PingFang SC"/>
              </a:rPr>
              <a:t>想让分身说的新台词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4701540"/>
            <a:ext cx="495300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25"/>
              </a:lnSpc>
              <a:spcBef>
                <a:spcPts val="0"/>
              </a:spcBef>
              <a:spcAft>
                <a:spcPts val="0"/>
              </a:spcAft>
            </a:pPr>
            <a:r>
              <a:rPr sz="2580" b="1">
                <a:solidFill>
                  <a:srgbClr val="C83D31"/>
                </a:solidFill>
                <a:latin typeface="PingFang SC"/>
                <a:ea typeface="PingFang SC"/>
              </a:rPr>
              <a:t>“这段话，我没有录过。”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76900" y="3596640"/>
            <a:ext cx="1150620" cy="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8460" y="3528060"/>
            <a:ext cx="99060" cy="6858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728460" y="3596640"/>
            <a:ext cx="99060" cy="6858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193280" y="2049780"/>
            <a:ext cx="4419600" cy="3162300"/>
          </a:xfrm>
          <a:prstGeom prst="rect">
            <a:avLst/>
          </a:pr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3320" y="23241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B8EDC7"/>
                </a:solidFill>
                <a:latin typeface="Menlo"/>
                <a:ea typeface="PingFang SC"/>
              </a:rPr>
              <a:t>F5-TTS /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3320" y="3078480"/>
            <a:ext cx="3642360" cy="990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25"/>
              </a:lnSpc>
              <a:spcBef>
                <a:spcPts val="0"/>
              </a:spcBef>
              <a:spcAft>
                <a:spcPts val="0"/>
              </a:spcAft>
            </a:pPr>
            <a:r>
              <a:rPr sz="4019" b="1">
                <a:solidFill>
                  <a:srgbClr val="EDEEE6"/>
                </a:solidFill>
                <a:latin typeface="PingFang SC"/>
                <a:ea typeface="PingFang SC"/>
              </a:rPr>
              <a:t>新的声音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20940" y="4572000"/>
            <a:ext cx="369570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7520940" y="4396740"/>
            <a:ext cx="3695700" cy="381000"/>
          </a:xfrm>
          <a:custGeom>
            <a:avLst/>
            <a:gdLst/>
            <a:ahLst/>
            <a:cxnLst/>
            <a:rect l="l" t="t" r="r" b="b"/>
            <a:pathLst>
              <a:path w="485" h="50">
                <a:moveTo>
                  <a:pt x="0" y="22"/>
                </a:moveTo>
                <a:lnTo>
                  <a:pt x="1" y="23"/>
                </a:lnTo>
                <a:lnTo>
                  <a:pt x="3" y="24"/>
                </a:lnTo>
                <a:lnTo>
                  <a:pt x="4" y="24"/>
                </a:lnTo>
                <a:lnTo>
                  <a:pt x="5" y="24"/>
                </a:lnTo>
                <a:lnTo>
                  <a:pt x="7" y="22"/>
                </a:lnTo>
                <a:lnTo>
                  <a:pt x="8" y="22"/>
                </a:lnTo>
                <a:lnTo>
                  <a:pt x="9" y="22"/>
                </a:lnTo>
                <a:lnTo>
                  <a:pt x="11" y="23"/>
                </a:lnTo>
                <a:lnTo>
                  <a:pt x="12" y="24"/>
                </a:lnTo>
                <a:lnTo>
                  <a:pt x="14" y="25"/>
                </a:lnTo>
                <a:lnTo>
                  <a:pt x="15" y="25"/>
                </a:lnTo>
                <a:lnTo>
                  <a:pt x="16" y="23"/>
                </a:lnTo>
                <a:lnTo>
                  <a:pt x="18" y="20"/>
                </a:lnTo>
                <a:lnTo>
                  <a:pt x="19" y="20"/>
                </a:lnTo>
                <a:lnTo>
                  <a:pt x="20" y="23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6" y="23"/>
                </a:lnTo>
                <a:lnTo>
                  <a:pt x="27" y="20"/>
                </a:lnTo>
                <a:lnTo>
                  <a:pt x="28" y="18"/>
                </a:lnTo>
                <a:lnTo>
                  <a:pt x="30" y="20"/>
                </a:lnTo>
                <a:lnTo>
                  <a:pt x="31" y="26"/>
                </a:lnTo>
                <a:lnTo>
                  <a:pt x="32" y="30"/>
                </a:lnTo>
                <a:lnTo>
                  <a:pt x="34" y="26"/>
                </a:lnTo>
                <a:lnTo>
                  <a:pt x="35" y="21"/>
                </a:lnTo>
                <a:lnTo>
                  <a:pt x="36" y="19"/>
                </a:lnTo>
                <a:lnTo>
                  <a:pt x="38" y="19"/>
                </a:lnTo>
                <a:lnTo>
                  <a:pt x="39" y="20"/>
                </a:lnTo>
                <a:lnTo>
                  <a:pt x="41" y="24"/>
                </a:lnTo>
                <a:lnTo>
                  <a:pt x="42" y="29"/>
                </a:lnTo>
                <a:lnTo>
                  <a:pt x="43" y="30"/>
                </a:lnTo>
                <a:lnTo>
                  <a:pt x="45" y="23"/>
                </a:lnTo>
                <a:lnTo>
                  <a:pt x="46" y="16"/>
                </a:lnTo>
                <a:lnTo>
                  <a:pt x="47" y="16"/>
                </a:lnTo>
                <a:lnTo>
                  <a:pt x="49" y="22"/>
                </a:lnTo>
                <a:lnTo>
                  <a:pt x="50" y="26"/>
                </a:lnTo>
                <a:lnTo>
                  <a:pt x="51" y="28"/>
                </a:lnTo>
                <a:lnTo>
                  <a:pt x="53" y="27"/>
                </a:lnTo>
                <a:lnTo>
                  <a:pt x="54" y="25"/>
                </a:lnTo>
                <a:lnTo>
                  <a:pt x="55" y="19"/>
                </a:lnTo>
                <a:lnTo>
                  <a:pt x="57" y="15"/>
                </a:lnTo>
                <a:lnTo>
                  <a:pt x="58" y="19"/>
                </a:lnTo>
                <a:lnTo>
                  <a:pt x="59" y="27"/>
                </a:lnTo>
                <a:lnTo>
                  <a:pt x="61" y="30"/>
                </a:lnTo>
                <a:lnTo>
                  <a:pt x="62" y="26"/>
                </a:lnTo>
                <a:lnTo>
                  <a:pt x="63" y="22"/>
                </a:lnTo>
                <a:lnTo>
                  <a:pt x="65" y="20"/>
                </a:lnTo>
                <a:lnTo>
                  <a:pt x="66" y="19"/>
                </a:lnTo>
                <a:lnTo>
                  <a:pt x="68" y="20"/>
                </a:lnTo>
                <a:lnTo>
                  <a:pt x="69" y="24"/>
                </a:lnTo>
                <a:lnTo>
                  <a:pt x="70" y="28"/>
                </a:lnTo>
                <a:lnTo>
                  <a:pt x="72" y="28"/>
                </a:lnTo>
                <a:lnTo>
                  <a:pt x="73" y="23"/>
                </a:lnTo>
                <a:lnTo>
                  <a:pt x="74" y="19"/>
                </a:lnTo>
                <a:lnTo>
                  <a:pt x="76" y="19"/>
                </a:lnTo>
                <a:lnTo>
                  <a:pt x="77" y="22"/>
                </a:lnTo>
                <a:lnTo>
                  <a:pt x="78" y="24"/>
                </a:lnTo>
                <a:lnTo>
                  <a:pt x="80" y="26"/>
                </a:lnTo>
                <a:lnTo>
                  <a:pt x="81" y="27"/>
                </a:lnTo>
                <a:lnTo>
                  <a:pt x="82" y="25"/>
                </a:lnTo>
                <a:lnTo>
                  <a:pt x="84" y="20"/>
                </a:lnTo>
                <a:lnTo>
                  <a:pt x="85" y="18"/>
                </a:lnTo>
                <a:lnTo>
                  <a:pt x="86" y="21"/>
                </a:lnTo>
                <a:lnTo>
                  <a:pt x="88" y="26"/>
                </a:lnTo>
                <a:lnTo>
                  <a:pt x="89" y="27"/>
                </a:lnTo>
                <a:lnTo>
                  <a:pt x="91" y="26"/>
                </a:lnTo>
                <a:lnTo>
                  <a:pt x="92" y="23"/>
                </a:lnTo>
                <a:lnTo>
                  <a:pt x="93" y="21"/>
                </a:lnTo>
                <a:lnTo>
                  <a:pt x="95" y="18"/>
                </a:lnTo>
                <a:lnTo>
                  <a:pt x="96" y="18"/>
                </a:lnTo>
                <a:lnTo>
                  <a:pt x="97" y="24"/>
                </a:lnTo>
                <a:lnTo>
                  <a:pt x="99" y="30"/>
                </a:lnTo>
                <a:lnTo>
                  <a:pt x="100" y="30"/>
                </a:lnTo>
                <a:lnTo>
                  <a:pt x="101" y="22"/>
                </a:lnTo>
                <a:lnTo>
                  <a:pt x="103" y="17"/>
                </a:lnTo>
                <a:lnTo>
                  <a:pt x="104" y="17"/>
                </a:lnTo>
                <a:lnTo>
                  <a:pt x="105" y="19"/>
                </a:lnTo>
                <a:lnTo>
                  <a:pt x="107" y="23"/>
                </a:lnTo>
                <a:lnTo>
                  <a:pt x="108" y="30"/>
                </a:lnTo>
                <a:lnTo>
                  <a:pt x="109" y="34"/>
                </a:lnTo>
                <a:lnTo>
                  <a:pt x="111" y="27"/>
                </a:lnTo>
                <a:lnTo>
                  <a:pt x="112" y="14"/>
                </a:lnTo>
                <a:lnTo>
                  <a:pt x="113" y="9"/>
                </a:lnTo>
                <a:lnTo>
                  <a:pt x="115" y="18"/>
                </a:lnTo>
                <a:lnTo>
                  <a:pt x="116" y="29"/>
                </a:lnTo>
                <a:lnTo>
                  <a:pt x="118" y="33"/>
                </a:lnTo>
                <a:lnTo>
                  <a:pt x="119" y="32"/>
                </a:lnTo>
                <a:lnTo>
                  <a:pt x="120" y="28"/>
                </a:lnTo>
                <a:lnTo>
                  <a:pt x="122" y="18"/>
                </a:lnTo>
                <a:lnTo>
                  <a:pt x="123" y="7"/>
                </a:lnTo>
                <a:lnTo>
                  <a:pt x="124" y="9"/>
                </a:lnTo>
                <a:lnTo>
                  <a:pt x="126" y="27"/>
                </a:lnTo>
                <a:lnTo>
                  <a:pt x="127" y="41"/>
                </a:lnTo>
                <a:lnTo>
                  <a:pt x="128" y="37"/>
                </a:lnTo>
                <a:lnTo>
                  <a:pt x="130" y="23"/>
                </a:lnTo>
                <a:lnTo>
                  <a:pt x="131" y="14"/>
                </a:lnTo>
                <a:lnTo>
                  <a:pt x="132" y="11"/>
                </a:lnTo>
                <a:lnTo>
                  <a:pt x="134" y="12"/>
                </a:lnTo>
                <a:lnTo>
                  <a:pt x="135" y="21"/>
                </a:lnTo>
                <a:lnTo>
                  <a:pt x="136" y="37"/>
                </a:lnTo>
                <a:lnTo>
                  <a:pt x="138" y="43"/>
                </a:lnTo>
                <a:lnTo>
                  <a:pt x="139" y="29"/>
                </a:lnTo>
                <a:lnTo>
                  <a:pt x="141" y="9"/>
                </a:lnTo>
                <a:lnTo>
                  <a:pt x="142" y="5"/>
                </a:lnTo>
                <a:lnTo>
                  <a:pt x="143" y="16"/>
                </a:lnTo>
                <a:lnTo>
                  <a:pt x="145" y="27"/>
                </a:lnTo>
                <a:lnTo>
                  <a:pt x="146" y="32"/>
                </a:lnTo>
                <a:lnTo>
                  <a:pt x="147" y="35"/>
                </a:lnTo>
                <a:lnTo>
                  <a:pt x="149" y="32"/>
                </a:lnTo>
                <a:lnTo>
                  <a:pt x="150" y="18"/>
                </a:lnTo>
                <a:lnTo>
                  <a:pt x="151" y="5"/>
                </a:lnTo>
                <a:lnTo>
                  <a:pt x="153" y="10"/>
                </a:lnTo>
                <a:lnTo>
                  <a:pt x="154" y="27"/>
                </a:lnTo>
                <a:lnTo>
                  <a:pt x="155" y="37"/>
                </a:lnTo>
                <a:lnTo>
                  <a:pt x="157" y="33"/>
                </a:lnTo>
                <a:lnTo>
                  <a:pt x="158" y="25"/>
                </a:lnTo>
                <a:lnTo>
                  <a:pt x="159" y="19"/>
                </a:lnTo>
                <a:lnTo>
                  <a:pt x="161" y="15"/>
                </a:lnTo>
                <a:lnTo>
                  <a:pt x="162" y="13"/>
                </a:lnTo>
                <a:lnTo>
                  <a:pt x="163" y="21"/>
                </a:lnTo>
                <a:lnTo>
                  <a:pt x="165" y="32"/>
                </a:lnTo>
                <a:lnTo>
                  <a:pt x="166" y="35"/>
                </a:lnTo>
                <a:lnTo>
                  <a:pt x="168" y="26"/>
                </a:lnTo>
                <a:lnTo>
                  <a:pt x="169" y="17"/>
                </a:lnTo>
                <a:lnTo>
                  <a:pt x="170" y="15"/>
                </a:lnTo>
                <a:lnTo>
                  <a:pt x="172" y="19"/>
                </a:lnTo>
                <a:lnTo>
                  <a:pt x="173" y="23"/>
                </a:lnTo>
                <a:lnTo>
                  <a:pt x="174" y="27"/>
                </a:lnTo>
                <a:lnTo>
                  <a:pt x="176" y="30"/>
                </a:lnTo>
                <a:lnTo>
                  <a:pt x="177" y="28"/>
                </a:lnTo>
                <a:lnTo>
                  <a:pt x="178" y="20"/>
                </a:lnTo>
                <a:lnTo>
                  <a:pt x="180" y="14"/>
                </a:lnTo>
                <a:lnTo>
                  <a:pt x="181" y="17"/>
                </a:lnTo>
                <a:lnTo>
                  <a:pt x="182" y="25"/>
                </a:lnTo>
                <a:lnTo>
                  <a:pt x="184" y="29"/>
                </a:lnTo>
                <a:lnTo>
                  <a:pt x="185" y="28"/>
                </a:lnTo>
                <a:lnTo>
                  <a:pt x="186" y="26"/>
                </a:lnTo>
                <a:lnTo>
                  <a:pt x="188" y="22"/>
                </a:lnTo>
                <a:lnTo>
                  <a:pt x="189" y="16"/>
                </a:lnTo>
                <a:lnTo>
                  <a:pt x="190" y="14"/>
                </a:lnTo>
                <a:lnTo>
                  <a:pt x="192" y="21"/>
                </a:lnTo>
                <a:lnTo>
                  <a:pt x="193" y="32"/>
                </a:lnTo>
                <a:lnTo>
                  <a:pt x="195" y="34"/>
                </a:lnTo>
                <a:lnTo>
                  <a:pt x="196" y="26"/>
                </a:lnTo>
                <a:lnTo>
                  <a:pt x="197" y="17"/>
                </a:lnTo>
                <a:lnTo>
                  <a:pt x="199" y="15"/>
                </a:lnTo>
                <a:lnTo>
                  <a:pt x="200" y="16"/>
                </a:lnTo>
                <a:lnTo>
                  <a:pt x="201" y="20"/>
                </a:lnTo>
                <a:lnTo>
                  <a:pt x="203" y="29"/>
                </a:lnTo>
                <a:lnTo>
                  <a:pt x="204" y="38"/>
                </a:lnTo>
                <a:lnTo>
                  <a:pt x="205" y="34"/>
                </a:lnTo>
                <a:lnTo>
                  <a:pt x="207" y="16"/>
                </a:lnTo>
                <a:lnTo>
                  <a:pt x="208" y="5"/>
                </a:lnTo>
                <a:lnTo>
                  <a:pt x="209" y="11"/>
                </a:lnTo>
                <a:lnTo>
                  <a:pt x="211" y="25"/>
                </a:lnTo>
                <a:lnTo>
                  <a:pt x="212" y="33"/>
                </a:lnTo>
                <a:lnTo>
                  <a:pt x="213" y="36"/>
                </a:lnTo>
                <a:lnTo>
                  <a:pt x="215" y="34"/>
                </a:lnTo>
                <a:lnTo>
                  <a:pt x="216" y="23"/>
                </a:lnTo>
                <a:lnTo>
                  <a:pt x="218" y="5"/>
                </a:lnTo>
                <a:lnTo>
                  <a:pt x="219" y="0"/>
                </a:lnTo>
                <a:lnTo>
                  <a:pt x="220" y="20"/>
                </a:lnTo>
                <a:lnTo>
                  <a:pt x="222" y="43"/>
                </a:lnTo>
                <a:lnTo>
                  <a:pt x="223" y="44"/>
                </a:lnTo>
                <a:lnTo>
                  <a:pt x="224" y="29"/>
                </a:lnTo>
                <a:lnTo>
                  <a:pt x="226" y="16"/>
                </a:lnTo>
                <a:lnTo>
                  <a:pt x="227" y="9"/>
                </a:lnTo>
                <a:lnTo>
                  <a:pt x="228" y="6"/>
                </a:lnTo>
                <a:lnTo>
                  <a:pt x="230" y="13"/>
                </a:lnTo>
                <a:lnTo>
                  <a:pt x="231" y="35"/>
                </a:lnTo>
                <a:lnTo>
                  <a:pt x="232" y="50"/>
                </a:lnTo>
                <a:lnTo>
                  <a:pt x="234" y="39"/>
                </a:lnTo>
                <a:lnTo>
                  <a:pt x="235" y="13"/>
                </a:lnTo>
                <a:lnTo>
                  <a:pt x="236" y="1"/>
                </a:lnTo>
                <a:lnTo>
                  <a:pt x="238" y="9"/>
                </a:lnTo>
                <a:lnTo>
                  <a:pt x="239" y="22"/>
                </a:lnTo>
                <a:lnTo>
                  <a:pt x="240" y="31"/>
                </a:lnTo>
                <a:lnTo>
                  <a:pt x="242" y="39"/>
                </a:lnTo>
                <a:lnTo>
                  <a:pt x="243" y="39"/>
                </a:lnTo>
                <a:lnTo>
                  <a:pt x="245" y="23"/>
                </a:lnTo>
                <a:lnTo>
                  <a:pt x="246" y="3"/>
                </a:lnTo>
                <a:lnTo>
                  <a:pt x="247" y="2"/>
                </a:lnTo>
                <a:lnTo>
                  <a:pt x="249" y="21"/>
                </a:lnTo>
                <a:lnTo>
                  <a:pt x="250" y="37"/>
                </a:lnTo>
                <a:lnTo>
                  <a:pt x="251" y="37"/>
                </a:lnTo>
                <a:lnTo>
                  <a:pt x="253" y="29"/>
                </a:lnTo>
                <a:lnTo>
                  <a:pt x="254" y="22"/>
                </a:lnTo>
                <a:lnTo>
                  <a:pt x="255" y="15"/>
                </a:lnTo>
                <a:lnTo>
                  <a:pt x="257" y="9"/>
                </a:lnTo>
                <a:lnTo>
                  <a:pt x="258" y="16"/>
                </a:lnTo>
                <a:lnTo>
                  <a:pt x="259" y="31"/>
                </a:lnTo>
                <a:lnTo>
                  <a:pt x="261" y="38"/>
                </a:lnTo>
                <a:lnTo>
                  <a:pt x="262" y="30"/>
                </a:lnTo>
                <a:lnTo>
                  <a:pt x="263" y="19"/>
                </a:lnTo>
                <a:lnTo>
                  <a:pt x="265" y="14"/>
                </a:lnTo>
                <a:lnTo>
                  <a:pt x="266" y="17"/>
                </a:lnTo>
                <a:lnTo>
                  <a:pt x="267" y="20"/>
                </a:lnTo>
                <a:lnTo>
                  <a:pt x="269" y="25"/>
                </a:lnTo>
                <a:lnTo>
                  <a:pt x="270" y="31"/>
                </a:lnTo>
                <a:lnTo>
                  <a:pt x="272" y="31"/>
                </a:lnTo>
                <a:lnTo>
                  <a:pt x="273" y="23"/>
                </a:lnTo>
                <a:lnTo>
                  <a:pt x="274" y="14"/>
                </a:lnTo>
                <a:lnTo>
                  <a:pt x="276" y="15"/>
                </a:lnTo>
                <a:lnTo>
                  <a:pt x="277" y="22"/>
                </a:lnTo>
                <a:lnTo>
                  <a:pt x="278" y="28"/>
                </a:lnTo>
                <a:lnTo>
                  <a:pt x="280" y="28"/>
                </a:lnTo>
                <a:lnTo>
                  <a:pt x="281" y="27"/>
                </a:lnTo>
                <a:lnTo>
                  <a:pt x="282" y="24"/>
                </a:lnTo>
                <a:lnTo>
                  <a:pt x="284" y="18"/>
                </a:lnTo>
                <a:lnTo>
                  <a:pt x="285" y="14"/>
                </a:lnTo>
                <a:lnTo>
                  <a:pt x="286" y="18"/>
                </a:lnTo>
                <a:lnTo>
                  <a:pt x="288" y="29"/>
                </a:lnTo>
                <a:lnTo>
                  <a:pt x="289" y="34"/>
                </a:lnTo>
                <a:lnTo>
                  <a:pt x="290" y="28"/>
                </a:lnTo>
                <a:lnTo>
                  <a:pt x="292" y="21"/>
                </a:lnTo>
                <a:lnTo>
                  <a:pt x="293" y="17"/>
                </a:lnTo>
                <a:lnTo>
                  <a:pt x="295" y="16"/>
                </a:lnTo>
                <a:lnTo>
                  <a:pt x="296" y="17"/>
                </a:lnTo>
                <a:lnTo>
                  <a:pt x="297" y="25"/>
                </a:lnTo>
                <a:lnTo>
                  <a:pt x="299" y="36"/>
                </a:lnTo>
                <a:lnTo>
                  <a:pt x="300" y="36"/>
                </a:lnTo>
                <a:lnTo>
                  <a:pt x="301" y="22"/>
                </a:lnTo>
                <a:lnTo>
                  <a:pt x="303" y="9"/>
                </a:lnTo>
                <a:lnTo>
                  <a:pt x="304" y="10"/>
                </a:lnTo>
                <a:lnTo>
                  <a:pt x="305" y="20"/>
                </a:lnTo>
                <a:lnTo>
                  <a:pt x="307" y="29"/>
                </a:lnTo>
                <a:lnTo>
                  <a:pt x="308" y="33"/>
                </a:lnTo>
                <a:lnTo>
                  <a:pt x="309" y="36"/>
                </a:lnTo>
                <a:lnTo>
                  <a:pt x="311" y="28"/>
                </a:lnTo>
                <a:lnTo>
                  <a:pt x="312" y="11"/>
                </a:lnTo>
                <a:lnTo>
                  <a:pt x="313" y="1"/>
                </a:lnTo>
                <a:lnTo>
                  <a:pt x="315" y="13"/>
                </a:lnTo>
                <a:lnTo>
                  <a:pt x="316" y="35"/>
                </a:lnTo>
                <a:lnTo>
                  <a:pt x="317" y="42"/>
                </a:lnTo>
                <a:lnTo>
                  <a:pt x="319" y="33"/>
                </a:lnTo>
                <a:lnTo>
                  <a:pt x="320" y="22"/>
                </a:lnTo>
                <a:lnTo>
                  <a:pt x="322" y="14"/>
                </a:lnTo>
                <a:lnTo>
                  <a:pt x="323" y="7"/>
                </a:lnTo>
                <a:lnTo>
                  <a:pt x="324" y="9"/>
                </a:lnTo>
                <a:lnTo>
                  <a:pt x="326" y="26"/>
                </a:lnTo>
                <a:lnTo>
                  <a:pt x="327" y="45"/>
                </a:lnTo>
                <a:lnTo>
                  <a:pt x="328" y="42"/>
                </a:lnTo>
                <a:lnTo>
                  <a:pt x="330" y="21"/>
                </a:lnTo>
                <a:lnTo>
                  <a:pt x="331" y="7"/>
                </a:lnTo>
                <a:lnTo>
                  <a:pt x="332" y="9"/>
                </a:lnTo>
                <a:lnTo>
                  <a:pt x="334" y="17"/>
                </a:lnTo>
                <a:lnTo>
                  <a:pt x="335" y="25"/>
                </a:lnTo>
                <a:lnTo>
                  <a:pt x="336" y="35"/>
                </a:lnTo>
                <a:lnTo>
                  <a:pt x="338" y="40"/>
                </a:lnTo>
                <a:lnTo>
                  <a:pt x="339" y="30"/>
                </a:lnTo>
                <a:lnTo>
                  <a:pt x="340" y="11"/>
                </a:lnTo>
                <a:lnTo>
                  <a:pt x="342" y="4"/>
                </a:lnTo>
                <a:lnTo>
                  <a:pt x="343" y="16"/>
                </a:lnTo>
                <a:lnTo>
                  <a:pt x="344" y="31"/>
                </a:lnTo>
                <a:lnTo>
                  <a:pt x="346" y="34"/>
                </a:lnTo>
                <a:lnTo>
                  <a:pt x="347" y="31"/>
                </a:lnTo>
                <a:lnTo>
                  <a:pt x="349" y="26"/>
                </a:lnTo>
                <a:lnTo>
                  <a:pt x="350" y="19"/>
                </a:lnTo>
                <a:lnTo>
                  <a:pt x="351" y="12"/>
                </a:lnTo>
                <a:lnTo>
                  <a:pt x="353" y="13"/>
                </a:lnTo>
                <a:lnTo>
                  <a:pt x="354" y="25"/>
                </a:lnTo>
                <a:lnTo>
                  <a:pt x="355" y="34"/>
                </a:lnTo>
                <a:lnTo>
                  <a:pt x="357" y="32"/>
                </a:lnTo>
                <a:lnTo>
                  <a:pt x="358" y="22"/>
                </a:lnTo>
                <a:lnTo>
                  <a:pt x="359" y="17"/>
                </a:lnTo>
                <a:lnTo>
                  <a:pt x="361" y="17"/>
                </a:lnTo>
                <a:lnTo>
                  <a:pt x="362" y="19"/>
                </a:lnTo>
                <a:lnTo>
                  <a:pt x="363" y="23"/>
                </a:lnTo>
                <a:lnTo>
                  <a:pt x="365" y="28"/>
                </a:lnTo>
                <a:lnTo>
                  <a:pt x="366" y="30"/>
                </a:lnTo>
                <a:lnTo>
                  <a:pt x="367" y="25"/>
                </a:lnTo>
                <a:lnTo>
                  <a:pt x="369" y="18"/>
                </a:lnTo>
                <a:lnTo>
                  <a:pt x="370" y="17"/>
                </a:lnTo>
                <a:lnTo>
                  <a:pt x="372" y="21"/>
                </a:lnTo>
                <a:lnTo>
                  <a:pt x="373" y="25"/>
                </a:lnTo>
                <a:lnTo>
                  <a:pt x="374" y="26"/>
                </a:lnTo>
                <a:lnTo>
                  <a:pt x="376" y="27"/>
                </a:lnTo>
                <a:lnTo>
                  <a:pt x="377" y="25"/>
                </a:lnTo>
                <a:lnTo>
                  <a:pt x="378" y="21"/>
                </a:lnTo>
                <a:lnTo>
                  <a:pt x="380" y="17"/>
                </a:lnTo>
                <a:lnTo>
                  <a:pt x="381" y="18"/>
                </a:lnTo>
                <a:lnTo>
                  <a:pt x="382" y="24"/>
                </a:lnTo>
                <a:lnTo>
                  <a:pt x="384" y="29"/>
                </a:lnTo>
                <a:lnTo>
                  <a:pt x="385" y="27"/>
                </a:lnTo>
                <a:lnTo>
                  <a:pt x="386" y="23"/>
                </a:lnTo>
                <a:lnTo>
                  <a:pt x="388" y="20"/>
                </a:lnTo>
                <a:lnTo>
                  <a:pt x="389" y="19"/>
                </a:lnTo>
                <a:lnTo>
                  <a:pt x="390" y="18"/>
                </a:lnTo>
                <a:lnTo>
                  <a:pt x="392" y="22"/>
                </a:lnTo>
                <a:lnTo>
                  <a:pt x="393" y="29"/>
                </a:lnTo>
                <a:lnTo>
                  <a:pt x="394" y="31"/>
                </a:lnTo>
                <a:lnTo>
                  <a:pt x="396" y="25"/>
                </a:lnTo>
                <a:lnTo>
                  <a:pt x="397" y="17"/>
                </a:lnTo>
                <a:lnTo>
                  <a:pt x="399" y="15"/>
                </a:lnTo>
                <a:lnTo>
                  <a:pt x="400" y="19"/>
                </a:lnTo>
                <a:lnTo>
                  <a:pt x="401" y="24"/>
                </a:lnTo>
                <a:lnTo>
                  <a:pt x="403" y="27"/>
                </a:lnTo>
                <a:lnTo>
                  <a:pt x="404" y="30"/>
                </a:lnTo>
                <a:lnTo>
                  <a:pt x="405" y="29"/>
                </a:lnTo>
                <a:lnTo>
                  <a:pt x="407" y="20"/>
                </a:lnTo>
                <a:lnTo>
                  <a:pt x="408" y="12"/>
                </a:lnTo>
                <a:lnTo>
                  <a:pt x="409" y="15"/>
                </a:lnTo>
                <a:lnTo>
                  <a:pt x="411" y="26"/>
                </a:lnTo>
                <a:lnTo>
                  <a:pt x="412" y="32"/>
                </a:lnTo>
                <a:lnTo>
                  <a:pt x="413" y="30"/>
                </a:lnTo>
                <a:lnTo>
                  <a:pt x="415" y="25"/>
                </a:lnTo>
                <a:lnTo>
                  <a:pt x="416" y="21"/>
                </a:lnTo>
                <a:lnTo>
                  <a:pt x="417" y="16"/>
                </a:lnTo>
                <a:lnTo>
                  <a:pt x="419" y="14"/>
                </a:lnTo>
                <a:lnTo>
                  <a:pt x="420" y="21"/>
                </a:lnTo>
                <a:lnTo>
                  <a:pt x="422" y="32"/>
                </a:lnTo>
                <a:lnTo>
                  <a:pt x="423" y="34"/>
                </a:lnTo>
                <a:lnTo>
                  <a:pt x="424" y="26"/>
                </a:lnTo>
                <a:lnTo>
                  <a:pt x="426" y="17"/>
                </a:lnTo>
                <a:lnTo>
                  <a:pt x="427" y="16"/>
                </a:lnTo>
                <a:lnTo>
                  <a:pt x="428" y="19"/>
                </a:lnTo>
                <a:lnTo>
                  <a:pt x="430" y="22"/>
                </a:lnTo>
                <a:lnTo>
                  <a:pt x="431" y="27"/>
                </a:lnTo>
                <a:lnTo>
                  <a:pt x="432" y="31"/>
                </a:lnTo>
                <a:lnTo>
                  <a:pt x="434" y="28"/>
                </a:lnTo>
                <a:lnTo>
                  <a:pt x="435" y="20"/>
                </a:lnTo>
                <a:lnTo>
                  <a:pt x="436" y="15"/>
                </a:lnTo>
                <a:lnTo>
                  <a:pt x="438" y="18"/>
                </a:lnTo>
                <a:lnTo>
                  <a:pt x="439" y="24"/>
                </a:lnTo>
                <a:lnTo>
                  <a:pt x="440" y="27"/>
                </a:lnTo>
                <a:lnTo>
                  <a:pt x="442" y="27"/>
                </a:lnTo>
                <a:lnTo>
                  <a:pt x="443" y="25"/>
                </a:lnTo>
                <a:lnTo>
                  <a:pt x="444" y="23"/>
                </a:lnTo>
                <a:lnTo>
                  <a:pt x="446" y="19"/>
                </a:lnTo>
                <a:lnTo>
                  <a:pt x="447" y="18"/>
                </a:lnTo>
                <a:lnTo>
                  <a:pt x="449" y="22"/>
                </a:lnTo>
                <a:lnTo>
                  <a:pt x="450" y="27"/>
                </a:lnTo>
                <a:lnTo>
                  <a:pt x="451" y="27"/>
                </a:lnTo>
                <a:lnTo>
                  <a:pt x="453" y="24"/>
                </a:lnTo>
                <a:lnTo>
                  <a:pt x="454" y="22"/>
                </a:lnTo>
                <a:lnTo>
                  <a:pt x="455" y="21"/>
                </a:lnTo>
                <a:lnTo>
                  <a:pt x="457" y="21"/>
                </a:lnTo>
                <a:lnTo>
                  <a:pt x="458" y="22"/>
                </a:lnTo>
                <a:lnTo>
                  <a:pt x="459" y="24"/>
                </a:lnTo>
                <a:lnTo>
                  <a:pt x="461" y="25"/>
                </a:lnTo>
                <a:lnTo>
                  <a:pt x="462" y="24"/>
                </a:lnTo>
                <a:lnTo>
                  <a:pt x="463" y="22"/>
                </a:lnTo>
                <a:lnTo>
                  <a:pt x="465" y="21"/>
                </a:lnTo>
                <a:lnTo>
                  <a:pt x="466" y="22"/>
                </a:lnTo>
                <a:lnTo>
                  <a:pt x="467" y="23"/>
                </a:lnTo>
                <a:lnTo>
                  <a:pt x="469" y="24"/>
                </a:lnTo>
                <a:lnTo>
                  <a:pt x="470" y="24"/>
                </a:lnTo>
                <a:lnTo>
                  <a:pt x="471" y="24"/>
                </a:lnTo>
                <a:lnTo>
                  <a:pt x="473" y="23"/>
                </a:lnTo>
                <a:lnTo>
                  <a:pt x="474" y="22"/>
                </a:lnTo>
                <a:lnTo>
                  <a:pt x="476" y="22"/>
                </a:lnTo>
                <a:lnTo>
                  <a:pt x="477" y="23"/>
                </a:lnTo>
                <a:lnTo>
                  <a:pt x="478" y="24"/>
                </a:lnTo>
                <a:lnTo>
                  <a:pt x="480" y="24"/>
                </a:lnTo>
                <a:lnTo>
                  <a:pt x="481" y="23"/>
                </a:lnTo>
                <a:lnTo>
                  <a:pt x="482" y="23"/>
                </a:lnTo>
                <a:lnTo>
                  <a:pt x="484" y="23"/>
                </a:lnTo>
                <a:lnTo>
                  <a:pt x="485" y="22"/>
                </a:lnTo>
              </a:path>
            </a:pathLst>
          </a:custGeom>
          <a:noFill/>
          <a:ln w="15240">
            <a:solidFill>
              <a:srgbClr val="B8E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120" y="5905500"/>
            <a:ext cx="1103376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>
                <a:solidFill>
                  <a:srgbClr val="18201E"/>
                </a:solidFill>
                <a:latin typeface="PingFang SC"/>
                <a:ea typeface="PingFang SC"/>
              </a:rPr>
              <a:t>参考样本提供声音线索，新台词决定要说的内容。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05/22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AAB7AD"/>
                </a:solidFill>
                <a:latin typeface="PingFang SC"/>
                <a:ea typeface="PingFang SC"/>
              </a:rPr>
              <a:t>02 / 训练 ≠ 本次推理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EDEEE6"/>
                </a:solidFill>
                <a:latin typeface="PingFang SC"/>
                <a:ea typeface="PingFang SC"/>
              </a:rPr>
              <a:t>几秒钟样本，接上一个已经学过的模型。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1981199"/>
            <a:ext cx="46482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B8EDC7"/>
                </a:solidFill>
                <a:latin typeface="PingFang SC"/>
                <a:ea typeface="PingFang SC"/>
              </a:rPr>
              <a:t>模型此前学过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2667000"/>
            <a:ext cx="46482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EDEEE6"/>
                </a:solidFill>
                <a:latin typeface="PingFang SC"/>
                <a:ea typeface="PingFang SC"/>
              </a:rPr>
              <a:t>文字与发音、声学变化的关系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57912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659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4059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153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8999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647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394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2141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98879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7635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5382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31289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0876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86229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6370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41170" y="4686300"/>
            <a:ext cx="79756" cy="40386"/>
          </a:xfrm>
          <a:prstGeom prst="rect">
            <a:avLst/>
          </a:prstGeom>
          <a:solidFill>
            <a:srgbClr val="1D2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18639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9611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73580" y="4686300"/>
            <a:ext cx="79756" cy="40386"/>
          </a:xfrm>
          <a:prstGeom prst="rect">
            <a:avLst/>
          </a:prstGeom>
          <a:solidFill>
            <a:srgbClr val="22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51049" y="4686300"/>
            <a:ext cx="79756" cy="40386"/>
          </a:xfrm>
          <a:prstGeom prst="rect">
            <a:avLst/>
          </a:prstGeom>
          <a:solidFill>
            <a:srgbClr val="1E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2852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0599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3459" y="4686300"/>
            <a:ext cx="79756" cy="40386"/>
          </a:xfrm>
          <a:prstGeom prst="rect">
            <a:avLst/>
          </a:prstGeom>
          <a:solidFill>
            <a:srgbClr val="1C2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60930" y="4686300"/>
            <a:ext cx="79756" cy="40386"/>
          </a:xfrm>
          <a:prstGeom prst="rect">
            <a:avLst/>
          </a:prstGeom>
          <a:solidFill>
            <a:srgbClr val="25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38400" y="4686300"/>
            <a:ext cx="79756" cy="40386"/>
          </a:xfrm>
          <a:prstGeom prst="rect">
            <a:avLst/>
          </a:prstGeom>
          <a:solidFill>
            <a:srgbClr val="2C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15870" y="4686300"/>
            <a:ext cx="79756" cy="40386"/>
          </a:xfrm>
          <a:prstGeom prst="rect">
            <a:avLst/>
          </a:prstGeom>
          <a:solidFill>
            <a:srgbClr val="2F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93339" y="4686300"/>
            <a:ext cx="79756" cy="40386"/>
          </a:xfrm>
          <a:prstGeom prst="rect">
            <a:avLst/>
          </a:prstGeom>
          <a:solidFill>
            <a:srgbClr val="334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70810" y="4686300"/>
            <a:ext cx="79756" cy="40386"/>
          </a:xfrm>
          <a:prstGeom prst="rect">
            <a:avLst/>
          </a:prstGeom>
          <a:solidFill>
            <a:srgbClr val="324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8280" y="4686300"/>
            <a:ext cx="79756" cy="40386"/>
          </a:xfrm>
          <a:prstGeom prst="rect">
            <a:avLst/>
          </a:prstGeom>
          <a:solidFill>
            <a:srgbClr val="26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25750" y="4686300"/>
            <a:ext cx="79756" cy="40386"/>
          </a:xfrm>
          <a:prstGeom prst="rect">
            <a:avLst/>
          </a:prstGeom>
          <a:solidFill>
            <a:srgbClr val="1F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03220" y="4686300"/>
            <a:ext cx="79756" cy="40386"/>
          </a:xfrm>
          <a:prstGeom prst="rect">
            <a:avLst/>
          </a:prstGeom>
          <a:solidFill>
            <a:srgbClr val="27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80690" y="4686300"/>
            <a:ext cx="79756" cy="40386"/>
          </a:xfrm>
          <a:prstGeom prst="rect">
            <a:avLst/>
          </a:prstGeom>
          <a:solidFill>
            <a:srgbClr val="1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58159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3563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1310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057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6804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4551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22979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0045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7792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5539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3286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1033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87799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6527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4274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20209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9768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7515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52619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3009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0756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8503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6250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3997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91744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9491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72379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49850" y="4686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9120" y="4648200"/>
            <a:ext cx="79756" cy="40386"/>
          </a:xfrm>
          <a:prstGeom prst="rect">
            <a:avLst/>
          </a:prstGeom>
          <a:solidFill>
            <a:srgbClr val="1C2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56590" y="4648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4059" y="4648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1530" y="4648200"/>
            <a:ext cx="79756" cy="40386"/>
          </a:xfrm>
          <a:prstGeom prst="rect">
            <a:avLst/>
          </a:prstGeom>
          <a:solidFill>
            <a:srgbClr val="21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8999" y="4648200"/>
            <a:ext cx="79756" cy="40386"/>
          </a:xfrm>
          <a:prstGeom prst="rect">
            <a:avLst/>
          </a:prstGeom>
          <a:solidFill>
            <a:srgbClr val="1F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66470" y="4648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43940" y="4648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21410" y="4648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98879" y="4648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76350" y="4648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53820" y="4648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431289" y="4648200"/>
            <a:ext cx="79756" cy="40386"/>
          </a:xfrm>
          <a:prstGeom prst="rect">
            <a:avLst/>
          </a:prstGeom>
          <a:solidFill>
            <a:srgbClr val="1E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508760" y="4648200"/>
            <a:ext cx="79756" cy="40386"/>
          </a:xfrm>
          <a:prstGeom prst="rect">
            <a:avLst/>
          </a:prstGeom>
          <a:solidFill>
            <a:srgbClr val="2B3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586229" y="4648200"/>
            <a:ext cx="79756" cy="40386"/>
          </a:xfrm>
          <a:prstGeom prst="rect">
            <a:avLst/>
          </a:prstGeom>
          <a:solidFill>
            <a:srgbClr val="334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663700" y="4648200"/>
            <a:ext cx="79756" cy="40386"/>
          </a:xfrm>
          <a:prstGeom prst="rect">
            <a:avLst/>
          </a:prstGeom>
          <a:solidFill>
            <a:srgbClr val="3D5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741170" y="4648200"/>
            <a:ext cx="79756" cy="40386"/>
          </a:xfrm>
          <a:prstGeom prst="rect">
            <a:avLst/>
          </a:prstGeom>
          <a:solidFill>
            <a:srgbClr val="547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818639" y="4648200"/>
            <a:ext cx="79756" cy="40386"/>
          </a:xfrm>
          <a:prstGeom prst="rect">
            <a:avLst/>
          </a:prstGeom>
          <a:solidFill>
            <a:srgbClr val="5E7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896110" y="4648200"/>
            <a:ext cx="79756" cy="40386"/>
          </a:xfrm>
          <a:prstGeom prst="rect">
            <a:avLst/>
          </a:prstGeom>
          <a:solidFill>
            <a:srgbClr val="6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973580" y="4648200"/>
            <a:ext cx="79756" cy="40386"/>
          </a:xfrm>
          <a:prstGeom prst="rect">
            <a:avLst/>
          </a:prstGeom>
          <a:solidFill>
            <a:srgbClr val="7D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051049" y="4648200"/>
            <a:ext cx="79756" cy="40386"/>
          </a:xfrm>
          <a:prstGeom prst="rect">
            <a:avLst/>
          </a:prstGeom>
          <a:solidFill>
            <a:srgbClr val="8CB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128520" y="4648200"/>
            <a:ext cx="79756" cy="40386"/>
          </a:xfrm>
          <a:prstGeom prst="rect">
            <a:avLst/>
          </a:prstGeom>
          <a:solidFill>
            <a:srgbClr val="8FB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205990" y="4648200"/>
            <a:ext cx="79756" cy="40386"/>
          </a:xfrm>
          <a:prstGeom prst="rect">
            <a:avLst/>
          </a:prstGeom>
          <a:solidFill>
            <a:srgbClr val="8EB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283459" y="4648200"/>
            <a:ext cx="79756" cy="40386"/>
          </a:xfrm>
          <a:prstGeom prst="rect">
            <a:avLst/>
          </a:prstGeom>
          <a:solidFill>
            <a:srgbClr val="93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360930" y="4648200"/>
            <a:ext cx="79756" cy="40386"/>
          </a:xfrm>
          <a:prstGeom prst="rect">
            <a:avLst/>
          </a:prstGeom>
          <a:solidFill>
            <a:srgbClr val="A1D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438400" y="4648200"/>
            <a:ext cx="79756" cy="40386"/>
          </a:xfrm>
          <a:prstGeom prst="rect">
            <a:avLst/>
          </a:prstGeom>
          <a:solidFill>
            <a:srgbClr val="AFE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515870" y="46482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593339" y="46482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670810" y="46482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748280" y="46482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825750" y="4648200"/>
            <a:ext cx="79756" cy="40386"/>
          </a:xfrm>
          <a:prstGeom prst="rect">
            <a:avLst/>
          </a:prstGeom>
          <a:solidFill>
            <a:srgbClr val="ACD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903220" y="4648200"/>
            <a:ext cx="79756" cy="40386"/>
          </a:xfrm>
          <a:prstGeom prst="rect">
            <a:avLst/>
          </a:prstGeom>
          <a:solidFill>
            <a:srgbClr val="96C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980690" y="4648200"/>
            <a:ext cx="79756" cy="40386"/>
          </a:xfrm>
          <a:prstGeom prst="rect">
            <a:avLst/>
          </a:prstGeom>
          <a:solidFill>
            <a:srgbClr val="779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058159" y="4648200"/>
            <a:ext cx="79756" cy="40386"/>
          </a:xfrm>
          <a:prstGeom prst="rect">
            <a:avLst/>
          </a:prstGeom>
          <a:solidFill>
            <a:srgbClr val="57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135630" y="4648200"/>
            <a:ext cx="79756" cy="40386"/>
          </a:xfrm>
          <a:prstGeom prst="rect">
            <a:avLst/>
          </a:prstGeom>
          <a:solidFill>
            <a:srgbClr val="4A6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213100" y="4648200"/>
            <a:ext cx="79756" cy="40386"/>
          </a:xfrm>
          <a:prstGeom prst="rect">
            <a:avLst/>
          </a:prstGeom>
          <a:solidFill>
            <a:srgbClr val="3F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290570" y="4648200"/>
            <a:ext cx="79756" cy="40386"/>
          </a:xfrm>
          <a:prstGeom prst="rect">
            <a:avLst/>
          </a:prstGeom>
          <a:solidFill>
            <a:srgbClr val="21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368040" y="4648200"/>
            <a:ext cx="79756" cy="40386"/>
          </a:xfrm>
          <a:prstGeom prst="rect">
            <a:avLst/>
          </a:prstGeom>
          <a:solidFill>
            <a:srgbClr val="3A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445510" y="4648200"/>
            <a:ext cx="79756" cy="40386"/>
          </a:xfrm>
          <a:prstGeom prst="rect">
            <a:avLst/>
          </a:prstGeom>
          <a:solidFill>
            <a:srgbClr val="42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522979" y="4648200"/>
            <a:ext cx="79756" cy="40386"/>
          </a:xfrm>
          <a:prstGeom prst="rect">
            <a:avLst/>
          </a:prstGeom>
          <a:solidFill>
            <a:srgbClr val="3B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600450" y="4648200"/>
            <a:ext cx="79756" cy="40386"/>
          </a:xfrm>
          <a:prstGeom prst="rect">
            <a:avLst/>
          </a:prstGeom>
          <a:solidFill>
            <a:srgbClr val="2B3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677920" y="4648200"/>
            <a:ext cx="79756" cy="40386"/>
          </a:xfrm>
          <a:prstGeom prst="rect">
            <a:avLst/>
          </a:prstGeom>
          <a:solidFill>
            <a:srgbClr val="21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755390" y="4648200"/>
            <a:ext cx="79756" cy="40386"/>
          </a:xfrm>
          <a:prstGeom prst="rect">
            <a:avLst/>
          </a:prstGeom>
          <a:solidFill>
            <a:srgbClr val="21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832860" y="4648200"/>
            <a:ext cx="79756" cy="40386"/>
          </a:xfrm>
          <a:prstGeom prst="rect">
            <a:avLst/>
          </a:prstGeom>
          <a:solidFill>
            <a:srgbClr val="1E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910330" y="4648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987799" y="4648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065270" y="4648200"/>
            <a:ext cx="79756" cy="40386"/>
          </a:xfrm>
          <a:prstGeom prst="rect">
            <a:avLst/>
          </a:prstGeom>
          <a:solidFill>
            <a:srgbClr val="223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142740" y="4648200"/>
            <a:ext cx="79756" cy="40386"/>
          </a:xfrm>
          <a:prstGeom prst="rect">
            <a:avLst/>
          </a:prstGeom>
          <a:solidFill>
            <a:srgbClr val="2C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220209" y="4648200"/>
            <a:ext cx="79756" cy="40386"/>
          </a:xfrm>
          <a:prstGeom prst="rect">
            <a:avLst/>
          </a:prstGeom>
          <a:solidFill>
            <a:srgbClr val="2E4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297680" y="4648200"/>
            <a:ext cx="79756" cy="40386"/>
          </a:xfrm>
          <a:prstGeom prst="rect">
            <a:avLst/>
          </a:prstGeom>
          <a:solidFill>
            <a:srgbClr val="354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375150" y="4648200"/>
            <a:ext cx="79756" cy="40386"/>
          </a:xfrm>
          <a:prstGeom prst="rect">
            <a:avLst/>
          </a:prstGeom>
          <a:solidFill>
            <a:srgbClr val="496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452619" y="4648200"/>
            <a:ext cx="79756" cy="40386"/>
          </a:xfrm>
          <a:prstGeom prst="rect">
            <a:avLst/>
          </a:prstGeom>
          <a:solidFill>
            <a:srgbClr val="4A6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530090" y="4648200"/>
            <a:ext cx="79756" cy="40386"/>
          </a:xfrm>
          <a:prstGeom prst="rect">
            <a:avLst/>
          </a:prstGeom>
          <a:solidFill>
            <a:srgbClr val="496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607560" y="4648200"/>
            <a:ext cx="79756" cy="40386"/>
          </a:xfrm>
          <a:prstGeom prst="rect">
            <a:avLst/>
          </a:prstGeom>
          <a:solidFill>
            <a:srgbClr val="638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685030" y="4648200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762500" y="4648200"/>
            <a:ext cx="79756" cy="40386"/>
          </a:xfrm>
          <a:prstGeom prst="rect">
            <a:avLst/>
          </a:prstGeom>
          <a:solidFill>
            <a:srgbClr val="68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839970" y="4648200"/>
            <a:ext cx="79756" cy="40386"/>
          </a:xfrm>
          <a:prstGeom prst="rect">
            <a:avLst/>
          </a:prstGeom>
          <a:solidFill>
            <a:srgbClr val="62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917440" y="4648200"/>
            <a:ext cx="79756" cy="40386"/>
          </a:xfrm>
          <a:prstGeom prst="rect">
            <a:avLst/>
          </a:prstGeom>
          <a:solidFill>
            <a:srgbClr val="648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994910" y="4648200"/>
            <a:ext cx="79756" cy="40386"/>
          </a:xfrm>
          <a:prstGeom prst="rect">
            <a:avLst/>
          </a:prstGeom>
          <a:solidFill>
            <a:srgbClr val="6C9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072379" y="4648200"/>
            <a:ext cx="79756" cy="40386"/>
          </a:xfrm>
          <a:prstGeom prst="rect">
            <a:avLst/>
          </a:prstGeom>
          <a:solidFill>
            <a:srgbClr val="76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149850" y="4648200"/>
            <a:ext cx="79756" cy="40386"/>
          </a:xfrm>
          <a:prstGeom prst="rect">
            <a:avLst/>
          </a:prstGeom>
          <a:solidFill>
            <a:srgbClr val="7C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79120" y="4610100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56590" y="46101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34059" y="4610100"/>
            <a:ext cx="79756" cy="40386"/>
          </a:xfrm>
          <a:prstGeom prst="rect">
            <a:avLst/>
          </a:prstGeom>
          <a:solidFill>
            <a:srgbClr val="80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11530" y="4610100"/>
            <a:ext cx="79756" cy="40386"/>
          </a:xfrm>
          <a:prstGeom prst="rect">
            <a:avLst/>
          </a:prstGeom>
          <a:solidFill>
            <a:srgbClr val="87B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88999" y="4610100"/>
            <a:ext cx="79756" cy="40386"/>
          </a:xfrm>
          <a:prstGeom prst="rect">
            <a:avLst/>
          </a:prstGeom>
          <a:solidFill>
            <a:srgbClr val="92B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66470" y="4610100"/>
            <a:ext cx="79756" cy="40386"/>
          </a:xfrm>
          <a:prstGeom prst="rect">
            <a:avLst/>
          </a:prstGeom>
          <a:solidFill>
            <a:srgbClr val="97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43940" y="4610100"/>
            <a:ext cx="79756" cy="40386"/>
          </a:xfrm>
          <a:prstGeom prst="rect">
            <a:avLst/>
          </a:prstGeom>
          <a:solidFill>
            <a:srgbClr val="99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21410" y="4610100"/>
            <a:ext cx="79756" cy="40386"/>
          </a:xfrm>
          <a:prstGeom prst="rect">
            <a:avLst/>
          </a:prstGeom>
          <a:solidFill>
            <a:srgbClr val="96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98879" y="4610100"/>
            <a:ext cx="79756" cy="40386"/>
          </a:xfrm>
          <a:prstGeom prst="rect">
            <a:avLst/>
          </a:prstGeom>
          <a:solidFill>
            <a:srgbClr val="90B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276350" y="4610100"/>
            <a:ext cx="79756" cy="40386"/>
          </a:xfrm>
          <a:prstGeom prst="rect">
            <a:avLst/>
          </a:prstGeom>
          <a:solidFill>
            <a:srgbClr val="88B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353820" y="4610100"/>
            <a:ext cx="79756" cy="40386"/>
          </a:xfrm>
          <a:prstGeom prst="rect">
            <a:avLst/>
          </a:prstGeom>
          <a:solidFill>
            <a:srgbClr val="82A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431289" y="4610100"/>
            <a:ext cx="79756" cy="40386"/>
          </a:xfrm>
          <a:prstGeom prst="rect">
            <a:avLst/>
          </a:prstGeom>
          <a:solidFill>
            <a:srgbClr val="86B0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508760" y="4610100"/>
            <a:ext cx="79756" cy="40386"/>
          </a:xfrm>
          <a:prstGeom prst="rect">
            <a:avLst/>
          </a:prstGeom>
          <a:solidFill>
            <a:srgbClr val="92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586229" y="4610100"/>
            <a:ext cx="79756" cy="40386"/>
          </a:xfrm>
          <a:prstGeom prst="rect">
            <a:avLst/>
          </a:prstGeom>
          <a:solidFill>
            <a:srgbClr val="A4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663700" y="4610100"/>
            <a:ext cx="79756" cy="40386"/>
          </a:xfrm>
          <a:prstGeom prst="rect">
            <a:avLst/>
          </a:prstGeom>
          <a:solidFill>
            <a:srgbClr val="B0E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741170" y="4610100"/>
            <a:ext cx="79756" cy="40386"/>
          </a:xfrm>
          <a:prstGeom prst="rect">
            <a:avLst/>
          </a:prstGeom>
          <a:solidFill>
            <a:srgbClr val="B4E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818639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896110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973580" y="4610100"/>
            <a:ext cx="79756" cy="40386"/>
          </a:xfrm>
          <a:prstGeom prst="rect">
            <a:avLst/>
          </a:prstGeom>
          <a:solidFill>
            <a:srgbClr val="B5E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051049" y="4610100"/>
            <a:ext cx="79756" cy="40386"/>
          </a:xfrm>
          <a:prstGeom prst="rect">
            <a:avLst/>
          </a:prstGeom>
          <a:solidFill>
            <a:srgbClr val="AEE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128520" y="4610100"/>
            <a:ext cx="79756" cy="40386"/>
          </a:xfrm>
          <a:prstGeom prst="rect">
            <a:avLst/>
          </a:prstGeom>
          <a:solidFill>
            <a:srgbClr val="A6D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205990" y="4610100"/>
            <a:ext cx="79756" cy="40386"/>
          </a:xfrm>
          <a:prstGeom prst="rect">
            <a:avLst/>
          </a:prstGeom>
          <a:solidFill>
            <a:srgbClr val="9BC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283459" y="4610100"/>
            <a:ext cx="79756" cy="40386"/>
          </a:xfrm>
          <a:prstGeom prst="rect">
            <a:avLst/>
          </a:prstGeom>
          <a:solidFill>
            <a:srgbClr val="99C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360930" y="4610100"/>
            <a:ext cx="79756" cy="40386"/>
          </a:xfrm>
          <a:prstGeom prst="rect">
            <a:avLst/>
          </a:prstGeom>
          <a:solidFill>
            <a:srgbClr val="A3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438400" y="4610100"/>
            <a:ext cx="79756" cy="40386"/>
          </a:xfrm>
          <a:prstGeom prst="rect">
            <a:avLst/>
          </a:prstGeom>
          <a:solidFill>
            <a:srgbClr val="AFE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515870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593339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670810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748280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825750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903220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980690" y="4610100"/>
            <a:ext cx="79756" cy="40386"/>
          </a:xfrm>
          <a:prstGeom prst="rect">
            <a:avLst/>
          </a:prstGeom>
          <a:solidFill>
            <a:srgbClr val="AD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058159" y="4610100"/>
            <a:ext cx="79756" cy="40386"/>
          </a:xfrm>
          <a:prstGeom prst="rect">
            <a:avLst/>
          </a:prstGeom>
          <a:solidFill>
            <a:srgbClr val="A3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135630" y="4610100"/>
            <a:ext cx="79756" cy="40386"/>
          </a:xfrm>
          <a:prstGeom prst="rect">
            <a:avLst/>
          </a:prstGeom>
          <a:solidFill>
            <a:srgbClr val="9BC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213100" y="4610100"/>
            <a:ext cx="79756" cy="40386"/>
          </a:xfrm>
          <a:prstGeom prst="rect">
            <a:avLst/>
          </a:prstGeom>
          <a:solidFill>
            <a:srgbClr val="A2D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290570" y="4610100"/>
            <a:ext cx="79756" cy="40386"/>
          </a:xfrm>
          <a:prstGeom prst="rect">
            <a:avLst/>
          </a:prstGeom>
          <a:solidFill>
            <a:srgbClr val="B0E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368040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445510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522979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600450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677920" y="4610100"/>
            <a:ext cx="79756" cy="40386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755390" y="4610100"/>
            <a:ext cx="79756" cy="40386"/>
          </a:xfrm>
          <a:prstGeom prst="rect">
            <a:avLst/>
          </a:prstGeom>
          <a:solidFill>
            <a:srgbClr val="B5E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832860" y="4610100"/>
            <a:ext cx="79756" cy="40386"/>
          </a:xfrm>
          <a:prstGeom prst="rect">
            <a:avLst/>
          </a:prstGeom>
          <a:solidFill>
            <a:srgbClr val="A8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910330" y="4610100"/>
            <a:ext cx="79756" cy="40386"/>
          </a:xfrm>
          <a:prstGeom prst="rect">
            <a:avLst/>
          </a:prstGeom>
          <a:solidFill>
            <a:srgbClr val="9AC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987799" y="4610100"/>
            <a:ext cx="79756" cy="40386"/>
          </a:xfrm>
          <a:prstGeom prst="rect">
            <a:avLst/>
          </a:prstGeom>
          <a:solidFill>
            <a:srgbClr val="8FB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065270" y="4610100"/>
            <a:ext cx="79756" cy="40386"/>
          </a:xfrm>
          <a:prstGeom prst="rect">
            <a:avLst/>
          </a:prstGeom>
          <a:solidFill>
            <a:srgbClr val="8FB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4142740" y="4610100"/>
            <a:ext cx="79756" cy="40386"/>
          </a:xfrm>
          <a:prstGeom prst="rect">
            <a:avLst/>
          </a:prstGeom>
          <a:solidFill>
            <a:srgbClr val="97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220209" y="4610100"/>
            <a:ext cx="79756" cy="40386"/>
          </a:xfrm>
          <a:prstGeom prst="rect">
            <a:avLst/>
          </a:prstGeom>
          <a:solidFill>
            <a:srgbClr val="A3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297680" y="4610100"/>
            <a:ext cx="79756" cy="40386"/>
          </a:xfrm>
          <a:prstGeom prst="rect">
            <a:avLst/>
          </a:prstGeom>
          <a:solidFill>
            <a:srgbClr val="A8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375150" y="4610100"/>
            <a:ext cx="79756" cy="40386"/>
          </a:xfrm>
          <a:prstGeom prst="rect">
            <a:avLst/>
          </a:prstGeom>
          <a:solidFill>
            <a:srgbClr val="A6D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452619" y="4610100"/>
            <a:ext cx="79756" cy="40386"/>
          </a:xfrm>
          <a:prstGeom prst="rect">
            <a:avLst/>
          </a:prstGeom>
          <a:solidFill>
            <a:srgbClr val="A7D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530090" y="4610100"/>
            <a:ext cx="79756" cy="40386"/>
          </a:xfrm>
          <a:prstGeom prst="rect">
            <a:avLst/>
          </a:prstGeom>
          <a:solidFill>
            <a:srgbClr val="A1D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607560" y="4610100"/>
            <a:ext cx="79756" cy="40386"/>
          </a:xfrm>
          <a:prstGeom prst="rect">
            <a:avLst/>
          </a:prstGeom>
          <a:solidFill>
            <a:srgbClr val="95C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685030" y="4610100"/>
            <a:ext cx="79756" cy="40386"/>
          </a:xfrm>
          <a:prstGeom prst="rect">
            <a:avLst/>
          </a:prstGeom>
          <a:solidFill>
            <a:srgbClr val="89B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762500" y="4610100"/>
            <a:ext cx="79756" cy="40386"/>
          </a:xfrm>
          <a:prstGeom prst="rect">
            <a:avLst/>
          </a:prstGeom>
          <a:solidFill>
            <a:srgbClr val="7BA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839970" y="4610100"/>
            <a:ext cx="79756" cy="40386"/>
          </a:xfrm>
          <a:prstGeom prst="rect">
            <a:avLst/>
          </a:prstGeom>
          <a:solidFill>
            <a:srgbClr val="6D9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917440" y="4610100"/>
            <a:ext cx="79756" cy="40386"/>
          </a:xfrm>
          <a:prstGeom prst="rect">
            <a:avLst/>
          </a:prstGeom>
          <a:solidFill>
            <a:srgbClr val="69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994910" y="4610100"/>
            <a:ext cx="79756" cy="40386"/>
          </a:xfrm>
          <a:prstGeom prst="rect">
            <a:avLst/>
          </a:prstGeom>
          <a:solidFill>
            <a:srgbClr val="6E9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5072379" y="4610100"/>
            <a:ext cx="79756" cy="40386"/>
          </a:xfrm>
          <a:prstGeom prst="rect">
            <a:avLst/>
          </a:prstGeom>
          <a:solidFill>
            <a:srgbClr val="759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149850" y="4610100"/>
            <a:ext cx="79756" cy="40386"/>
          </a:xfrm>
          <a:prstGeom prst="rect">
            <a:avLst/>
          </a:prstGeom>
          <a:solidFill>
            <a:srgbClr val="7C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79120" y="4572000"/>
            <a:ext cx="79756" cy="40386"/>
          </a:xfrm>
          <a:prstGeom prst="rect">
            <a:avLst/>
          </a:prstGeom>
          <a:solidFill>
            <a:srgbClr val="243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56590" y="4572000"/>
            <a:ext cx="79756" cy="40386"/>
          </a:xfrm>
          <a:prstGeom prst="rect">
            <a:avLst/>
          </a:prstGeom>
          <a:solidFill>
            <a:srgbClr val="314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4059" y="4572000"/>
            <a:ext cx="79756" cy="40386"/>
          </a:xfrm>
          <a:prstGeom prst="rect">
            <a:avLst/>
          </a:prstGeom>
          <a:solidFill>
            <a:srgbClr val="46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11530" y="4572000"/>
            <a:ext cx="79756" cy="40386"/>
          </a:xfrm>
          <a:prstGeom prst="rect">
            <a:avLst/>
          </a:prstGeom>
          <a:solidFill>
            <a:srgbClr val="6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88999" y="4572000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66470" y="4572000"/>
            <a:ext cx="79756" cy="40386"/>
          </a:xfrm>
          <a:prstGeom prst="rect">
            <a:avLst/>
          </a:prstGeom>
          <a:solidFill>
            <a:srgbClr val="80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043940" y="4572000"/>
            <a:ext cx="79756" cy="40386"/>
          </a:xfrm>
          <a:prstGeom prst="rect">
            <a:avLst/>
          </a:prstGeom>
          <a:solidFill>
            <a:srgbClr val="86A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121410" y="4572000"/>
            <a:ext cx="79756" cy="40386"/>
          </a:xfrm>
          <a:prstGeom prst="rect">
            <a:avLst/>
          </a:prstGeom>
          <a:solidFill>
            <a:srgbClr val="86A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198879" y="4572000"/>
            <a:ext cx="79756" cy="40386"/>
          </a:xfrm>
          <a:prstGeom prst="rect">
            <a:avLst/>
          </a:prstGeom>
          <a:solidFill>
            <a:srgbClr val="80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276350" y="4572000"/>
            <a:ext cx="79756" cy="40386"/>
          </a:xfrm>
          <a:prstGeom prst="rect">
            <a:avLst/>
          </a:prstGeom>
          <a:solidFill>
            <a:srgbClr val="76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353820" y="4572000"/>
            <a:ext cx="79756" cy="40386"/>
          </a:xfrm>
          <a:prstGeom prst="rect">
            <a:avLst/>
          </a:prstGeom>
          <a:solidFill>
            <a:srgbClr val="6A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431289" y="4572000"/>
            <a:ext cx="79756" cy="40386"/>
          </a:xfrm>
          <a:prstGeom prst="rect">
            <a:avLst/>
          </a:prstGeom>
          <a:solidFill>
            <a:srgbClr val="668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508760" y="4572000"/>
            <a:ext cx="79756" cy="40386"/>
          </a:xfrm>
          <a:prstGeom prst="rect">
            <a:avLst/>
          </a:prstGeom>
          <a:solidFill>
            <a:srgbClr val="66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586229" y="4572000"/>
            <a:ext cx="79756" cy="40386"/>
          </a:xfrm>
          <a:prstGeom prst="rect">
            <a:avLst/>
          </a:prstGeom>
          <a:solidFill>
            <a:srgbClr val="58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663700" y="4572000"/>
            <a:ext cx="79756" cy="40386"/>
          </a:xfrm>
          <a:prstGeom prst="rect">
            <a:avLst/>
          </a:prstGeom>
          <a:solidFill>
            <a:srgbClr val="42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741170" y="4572000"/>
            <a:ext cx="79756" cy="40386"/>
          </a:xfrm>
          <a:prstGeom prst="rect">
            <a:avLst/>
          </a:prstGeom>
          <a:solidFill>
            <a:srgbClr val="57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818639" y="4572000"/>
            <a:ext cx="79756" cy="40386"/>
          </a:xfrm>
          <a:prstGeom prst="rect">
            <a:avLst/>
          </a:prstGeom>
          <a:solidFill>
            <a:srgbClr val="4B6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896110" y="4572000"/>
            <a:ext cx="79756" cy="40386"/>
          </a:xfrm>
          <a:prstGeom prst="rect">
            <a:avLst/>
          </a:prstGeom>
          <a:solidFill>
            <a:srgbClr val="384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973580" y="4572000"/>
            <a:ext cx="79756" cy="40386"/>
          </a:xfrm>
          <a:prstGeom prst="rect">
            <a:avLst/>
          </a:prstGeom>
          <a:solidFill>
            <a:srgbClr val="4F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2051049" y="4572000"/>
            <a:ext cx="79756" cy="40386"/>
          </a:xfrm>
          <a:prstGeom prst="rect">
            <a:avLst/>
          </a:prstGeom>
          <a:solidFill>
            <a:srgbClr val="638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128520" y="4572000"/>
            <a:ext cx="79756" cy="40386"/>
          </a:xfrm>
          <a:prstGeom prst="rect">
            <a:avLst/>
          </a:prstGeom>
          <a:solidFill>
            <a:srgbClr val="7A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205990" y="4572000"/>
            <a:ext cx="79756" cy="40386"/>
          </a:xfrm>
          <a:prstGeom prst="rect">
            <a:avLst/>
          </a:prstGeom>
          <a:solidFill>
            <a:srgbClr val="80A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283459" y="4572000"/>
            <a:ext cx="79756" cy="40386"/>
          </a:xfrm>
          <a:prstGeom prst="rect">
            <a:avLst/>
          </a:prstGeom>
          <a:solidFill>
            <a:srgbClr val="86A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360930" y="4572000"/>
            <a:ext cx="79756" cy="40386"/>
          </a:xfrm>
          <a:prstGeom prst="rect">
            <a:avLst/>
          </a:prstGeom>
          <a:solidFill>
            <a:srgbClr val="93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2438400" y="4572000"/>
            <a:ext cx="79756" cy="40386"/>
          </a:xfrm>
          <a:prstGeom prst="rect">
            <a:avLst/>
          </a:prstGeom>
          <a:solidFill>
            <a:srgbClr val="A0C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2515870" y="4572000"/>
            <a:ext cx="79756" cy="40386"/>
          </a:xfrm>
          <a:prstGeom prst="rect">
            <a:avLst/>
          </a:prstGeom>
          <a:solidFill>
            <a:srgbClr val="AAD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2593339" y="4572000"/>
            <a:ext cx="79756" cy="40386"/>
          </a:xfrm>
          <a:prstGeom prst="rect">
            <a:avLst/>
          </a:prstGeom>
          <a:solidFill>
            <a:srgbClr val="B1E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2670810" y="4572000"/>
            <a:ext cx="79756" cy="40386"/>
          </a:xfrm>
          <a:prstGeom prst="rect">
            <a:avLst/>
          </a:prstGeom>
          <a:solidFill>
            <a:srgbClr val="B1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2748280" y="4572000"/>
            <a:ext cx="79756" cy="40386"/>
          </a:xfrm>
          <a:prstGeom prst="rect">
            <a:avLst/>
          </a:prstGeom>
          <a:solidFill>
            <a:srgbClr val="A9D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2825750" y="4572000"/>
            <a:ext cx="79756" cy="40386"/>
          </a:xfrm>
          <a:prstGeom prst="rect">
            <a:avLst/>
          </a:prstGeom>
          <a:solidFill>
            <a:srgbClr val="94C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2903220" y="4572000"/>
            <a:ext cx="79756" cy="40386"/>
          </a:xfrm>
          <a:prstGeom prst="rect">
            <a:avLst/>
          </a:prstGeom>
          <a:solidFill>
            <a:srgbClr val="6F9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2980690" y="4572000"/>
            <a:ext cx="79756" cy="40386"/>
          </a:xfrm>
          <a:prstGeom prst="rect">
            <a:avLst/>
          </a:prstGeom>
          <a:solidFill>
            <a:srgbClr val="5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3058159" y="4572000"/>
            <a:ext cx="79756" cy="40386"/>
          </a:xfrm>
          <a:prstGeom prst="rect">
            <a:avLst/>
          </a:prstGeom>
          <a:solidFill>
            <a:srgbClr val="314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3135630" y="4572000"/>
            <a:ext cx="79756" cy="40386"/>
          </a:xfrm>
          <a:prstGeom prst="rect">
            <a:avLst/>
          </a:prstGeom>
          <a:solidFill>
            <a:srgbClr val="3B5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3213100" y="4572000"/>
            <a:ext cx="79756" cy="40386"/>
          </a:xfrm>
          <a:prstGeom prst="rect">
            <a:avLst/>
          </a:prstGeom>
          <a:solidFill>
            <a:srgbClr val="516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290570" y="4572000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3368040" y="4572000"/>
            <a:ext cx="79756" cy="40386"/>
          </a:xfrm>
          <a:prstGeom prst="rect">
            <a:avLst/>
          </a:prstGeom>
          <a:solidFill>
            <a:srgbClr val="78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3445510" y="4572000"/>
            <a:ext cx="79756" cy="40386"/>
          </a:xfrm>
          <a:prstGeom prst="rect">
            <a:avLst/>
          </a:prstGeom>
          <a:solidFill>
            <a:srgbClr val="92B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3522979" y="4572000"/>
            <a:ext cx="79756" cy="40386"/>
          </a:xfrm>
          <a:prstGeom prst="rect">
            <a:avLst/>
          </a:prstGeom>
          <a:solidFill>
            <a:srgbClr val="A2D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3600450" y="4572000"/>
            <a:ext cx="79756" cy="40386"/>
          </a:xfrm>
          <a:prstGeom prst="rect">
            <a:avLst/>
          </a:prstGeom>
          <a:solidFill>
            <a:srgbClr val="AAD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3677920" y="4572000"/>
            <a:ext cx="79756" cy="40386"/>
          </a:xfrm>
          <a:prstGeom prst="rect">
            <a:avLst/>
          </a:prstGeom>
          <a:solidFill>
            <a:srgbClr val="AAD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3755390" y="4572000"/>
            <a:ext cx="79756" cy="40386"/>
          </a:xfrm>
          <a:prstGeom prst="rect">
            <a:avLst/>
          </a:prstGeom>
          <a:solidFill>
            <a:srgbClr val="A4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832860" y="4572000"/>
            <a:ext cx="79756" cy="40386"/>
          </a:xfrm>
          <a:prstGeom prst="rect">
            <a:avLst/>
          </a:prstGeom>
          <a:solidFill>
            <a:srgbClr val="97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3910330" y="4572000"/>
            <a:ext cx="79756" cy="40386"/>
          </a:xfrm>
          <a:prstGeom prst="rect">
            <a:avLst/>
          </a:prstGeom>
          <a:solidFill>
            <a:srgbClr val="86B0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3987799" y="4572000"/>
            <a:ext cx="79756" cy="40386"/>
          </a:xfrm>
          <a:prstGeom prst="rect">
            <a:avLst/>
          </a:prstGeom>
          <a:solidFill>
            <a:srgbClr val="76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065270" y="4572000"/>
            <a:ext cx="79756" cy="40386"/>
          </a:xfrm>
          <a:prstGeom prst="rect">
            <a:avLst/>
          </a:prstGeom>
          <a:solidFill>
            <a:srgbClr val="6D9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4142740" y="4572000"/>
            <a:ext cx="79756" cy="40386"/>
          </a:xfrm>
          <a:prstGeom prst="rect">
            <a:avLst/>
          </a:prstGeom>
          <a:solidFill>
            <a:srgbClr val="678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4220209" y="4572000"/>
            <a:ext cx="79756" cy="40386"/>
          </a:xfrm>
          <a:prstGeom prst="rect">
            <a:avLst/>
          </a:prstGeom>
          <a:solidFill>
            <a:srgbClr val="53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297680" y="4572000"/>
            <a:ext cx="79756" cy="40386"/>
          </a:xfrm>
          <a:prstGeom prst="rect">
            <a:avLst/>
          </a:prstGeom>
          <a:solidFill>
            <a:srgbClr val="48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4375150" y="4572000"/>
            <a:ext cx="79756" cy="40386"/>
          </a:xfrm>
          <a:prstGeom prst="rect">
            <a:avLst/>
          </a:prstGeom>
          <a:solidFill>
            <a:srgbClr val="4D6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4452619" y="4572000"/>
            <a:ext cx="79756" cy="40386"/>
          </a:xfrm>
          <a:prstGeom prst="rect">
            <a:avLst/>
          </a:prstGeom>
          <a:solidFill>
            <a:srgbClr val="3C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4530090" y="4572000"/>
            <a:ext cx="79756" cy="40386"/>
          </a:xfrm>
          <a:prstGeom prst="rect">
            <a:avLst/>
          </a:prstGeom>
          <a:solidFill>
            <a:srgbClr val="2E4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607560" y="4572000"/>
            <a:ext cx="79756" cy="40386"/>
          </a:xfrm>
          <a:prstGeom prst="rect">
            <a:avLst/>
          </a:prstGeom>
          <a:solidFill>
            <a:srgbClr val="33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685030" y="4572000"/>
            <a:ext cx="79756" cy="40386"/>
          </a:xfrm>
          <a:prstGeom prst="rect">
            <a:avLst/>
          </a:prstGeom>
          <a:solidFill>
            <a:srgbClr val="4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762500" y="4572000"/>
            <a:ext cx="79756" cy="40386"/>
          </a:xfrm>
          <a:prstGeom prst="rect">
            <a:avLst/>
          </a:prstGeom>
          <a:solidFill>
            <a:srgbClr val="56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4839970" y="4572000"/>
            <a:ext cx="79756" cy="40386"/>
          </a:xfrm>
          <a:prstGeom prst="rect">
            <a:avLst/>
          </a:prstGeom>
          <a:solidFill>
            <a:srgbClr val="56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4917440" y="4572000"/>
            <a:ext cx="79756" cy="40386"/>
          </a:xfrm>
          <a:prstGeom prst="rect">
            <a:avLst/>
          </a:prstGeom>
          <a:solidFill>
            <a:srgbClr val="58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4994910" y="4572000"/>
            <a:ext cx="79756" cy="40386"/>
          </a:xfrm>
          <a:prstGeom prst="rect">
            <a:avLst/>
          </a:prstGeom>
          <a:solidFill>
            <a:srgbClr val="6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5072379" y="4572000"/>
            <a:ext cx="79756" cy="40386"/>
          </a:xfrm>
          <a:prstGeom prst="rect">
            <a:avLst/>
          </a:prstGeom>
          <a:solidFill>
            <a:srgbClr val="68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149850" y="4572000"/>
            <a:ext cx="79756" cy="40386"/>
          </a:xfrm>
          <a:prstGeom prst="rect">
            <a:avLst/>
          </a:prstGeom>
          <a:solidFill>
            <a:srgbClr val="6E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79120" y="4533900"/>
            <a:ext cx="79756" cy="40386"/>
          </a:xfrm>
          <a:prstGeom prst="rect">
            <a:avLst/>
          </a:prstGeom>
          <a:solidFill>
            <a:srgbClr val="55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56590" y="4533900"/>
            <a:ext cx="79756" cy="40386"/>
          </a:xfrm>
          <a:prstGeom prst="rect">
            <a:avLst/>
          </a:prstGeom>
          <a:solidFill>
            <a:srgbClr val="62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34059" y="4533900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1530" y="4533900"/>
            <a:ext cx="79756" cy="40386"/>
          </a:xfrm>
          <a:prstGeom prst="rect">
            <a:avLst/>
          </a:prstGeom>
          <a:solidFill>
            <a:srgbClr val="688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88999" y="45339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66470" y="4533900"/>
            <a:ext cx="79756" cy="40386"/>
          </a:xfrm>
          <a:prstGeom prst="rect">
            <a:avLst/>
          </a:prstGeom>
          <a:solidFill>
            <a:srgbClr val="435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43940" y="4533900"/>
            <a:ext cx="79756" cy="40386"/>
          </a:xfrm>
          <a:prstGeom prst="rect">
            <a:avLst/>
          </a:prstGeom>
          <a:solidFill>
            <a:srgbClr val="2A3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121410" y="4533900"/>
            <a:ext cx="79756" cy="40386"/>
          </a:xfrm>
          <a:prstGeom prst="rect">
            <a:avLst/>
          </a:prstGeom>
          <a:solidFill>
            <a:srgbClr val="28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198879" y="4533900"/>
            <a:ext cx="79756" cy="40386"/>
          </a:xfrm>
          <a:prstGeom prst="rect">
            <a:avLst/>
          </a:prstGeom>
          <a:solidFill>
            <a:srgbClr val="243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276350" y="4533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353820" y="4533900"/>
            <a:ext cx="79756" cy="40386"/>
          </a:xfrm>
          <a:prstGeom prst="rect">
            <a:avLst/>
          </a:prstGeom>
          <a:solidFill>
            <a:srgbClr val="2E4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431289" y="4533900"/>
            <a:ext cx="79756" cy="40386"/>
          </a:xfrm>
          <a:prstGeom prst="rect">
            <a:avLst/>
          </a:prstGeom>
          <a:solidFill>
            <a:srgbClr val="53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508760" y="45339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586229" y="4533900"/>
            <a:ext cx="79756" cy="40386"/>
          </a:xfrm>
          <a:prstGeom prst="rect">
            <a:avLst/>
          </a:prstGeom>
          <a:solidFill>
            <a:srgbClr val="8EB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663700" y="4533900"/>
            <a:ext cx="79756" cy="40386"/>
          </a:xfrm>
          <a:prstGeom prst="rect">
            <a:avLst/>
          </a:prstGeom>
          <a:solidFill>
            <a:srgbClr val="9BC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741170" y="4533900"/>
            <a:ext cx="79756" cy="40386"/>
          </a:xfrm>
          <a:prstGeom prst="rect">
            <a:avLst/>
          </a:prstGeom>
          <a:solidFill>
            <a:srgbClr val="A3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818639" y="4533900"/>
            <a:ext cx="79756" cy="40386"/>
          </a:xfrm>
          <a:prstGeom prst="rect">
            <a:avLst/>
          </a:prstGeom>
          <a:solidFill>
            <a:srgbClr val="A3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896110" y="4533900"/>
            <a:ext cx="79756" cy="40386"/>
          </a:xfrm>
          <a:prstGeom prst="rect">
            <a:avLst/>
          </a:prstGeom>
          <a:solidFill>
            <a:srgbClr val="A7D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973580" y="4533900"/>
            <a:ext cx="79756" cy="40386"/>
          </a:xfrm>
          <a:prstGeom prst="rect">
            <a:avLst/>
          </a:prstGeom>
          <a:solidFill>
            <a:srgbClr val="A2D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2051049" y="4533900"/>
            <a:ext cx="79756" cy="40386"/>
          </a:xfrm>
          <a:prstGeom prst="rect">
            <a:avLst/>
          </a:prstGeom>
          <a:solidFill>
            <a:srgbClr val="9AC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2128520" y="4533900"/>
            <a:ext cx="79756" cy="40386"/>
          </a:xfrm>
          <a:prstGeom prst="rect">
            <a:avLst/>
          </a:prstGeom>
          <a:solidFill>
            <a:srgbClr val="92B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2205990" y="4533900"/>
            <a:ext cx="79756" cy="40386"/>
          </a:xfrm>
          <a:prstGeom prst="rect">
            <a:avLst/>
          </a:prstGeom>
          <a:solidFill>
            <a:srgbClr val="87B0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2283459" y="4533900"/>
            <a:ext cx="79756" cy="40386"/>
          </a:xfrm>
          <a:prstGeom prst="rect">
            <a:avLst/>
          </a:prstGeom>
          <a:solidFill>
            <a:srgbClr val="80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2360930" y="4533900"/>
            <a:ext cx="79756" cy="40386"/>
          </a:xfrm>
          <a:prstGeom prst="rect">
            <a:avLst/>
          </a:prstGeom>
          <a:solidFill>
            <a:srgbClr val="84A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2438400" y="4533900"/>
            <a:ext cx="79756" cy="40386"/>
          </a:xfrm>
          <a:prstGeom prst="rect">
            <a:avLst/>
          </a:prstGeom>
          <a:solidFill>
            <a:srgbClr val="8DB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2515870" y="4533900"/>
            <a:ext cx="79756" cy="40386"/>
          </a:xfrm>
          <a:prstGeom prst="rect">
            <a:avLst/>
          </a:prstGeom>
          <a:solidFill>
            <a:srgbClr val="97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2593339" y="4533900"/>
            <a:ext cx="79756" cy="40386"/>
          </a:xfrm>
          <a:prstGeom prst="rect">
            <a:avLst/>
          </a:prstGeom>
          <a:solidFill>
            <a:srgbClr val="A3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2670810" y="4533900"/>
            <a:ext cx="79756" cy="40386"/>
          </a:xfrm>
          <a:prstGeom prst="rect">
            <a:avLst/>
          </a:prstGeom>
          <a:solidFill>
            <a:srgbClr val="ADD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2748280" y="4533900"/>
            <a:ext cx="79756" cy="40386"/>
          </a:xfrm>
          <a:prstGeom prst="rect">
            <a:avLst/>
          </a:prstGeom>
          <a:solidFill>
            <a:srgbClr val="B2E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2825750" y="4533900"/>
            <a:ext cx="79756" cy="40386"/>
          </a:xfrm>
          <a:prstGeom prst="rect">
            <a:avLst/>
          </a:prstGeom>
          <a:solidFill>
            <a:srgbClr val="AEE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2903220" y="4533900"/>
            <a:ext cx="79756" cy="40386"/>
          </a:xfrm>
          <a:prstGeom prst="rect">
            <a:avLst/>
          </a:prstGeom>
          <a:solidFill>
            <a:srgbClr val="A6D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2980690" y="4533900"/>
            <a:ext cx="79756" cy="40386"/>
          </a:xfrm>
          <a:prstGeom prst="rect">
            <a:avLst/>
          </a:prstGeom>
          <a:solidFill>
            <a:srgbClr val="9AC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3058159" y="4533900"/>
            <a:ext cx="79756" cy="40386"/>
          </a:xfrm>
          <a:prstGeom prst="rect">
            <a:avLst/>
          </a:prstGeom>
          <a:solidFill>
            <a:srgbClr val="8FB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3135630" y="4533900"/>
            <a:ext cx="79756" cy="40386"/>
          </a:xfrm>
          <a:prstGeom prst="rect">
            <a:avLst/>
          </a:prstGeom>
          <a:solidFill>
            <a:srgbClr val="87B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3213100" y="4533900"/>
            <a:ext cx="79756" cy="40386"/>
          </a:xfrm>
          <a:prstGeom prst="rect">
            <a:avLst/>
          </a:prstGeom>
          <a:solidFill>
            <a:srgbClr val="8FB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3290570" y="4533900"/>
            <a:ext cx="79756" cy="40386"/>
          </a:xfrm>
          <a:prstGeom prst="rect">
            <a:avLst/>
          </a:prstGeom>
          <a:solidFill>
            <a:srgbClr val="9CC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3368040" y="4533900"/>
            <a:ext cx="79756" cy="40386"/>
          </a:xfrm>
          <a:prstGeom prst="rect">
            <a:avLst/>
          </a:prstGeom>
          <a:solidFill>
            <a:srgbClr val="A1D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3445510" y="4533900"/>
            <a:ext cx="79756" cy="40386"/>
          </a:xfrm>
          <a:prstGeom prst="rect">
            <a:avLst/>
          </a:prstGeom>
          <a:solidFill>
            <a:srgbClr val="98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3522979" y="4533900"/>
            <a:ext cx="79756" cy="40386"/>
          </a:xfrm>
          <a:prstGeom prst="rect">
            <a:avLst/>
          </a:prstGeom>
          <a:solidFill>
            <a:srgbClr val="82A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3600450" y="4533900"/>
            <a:ext cx="79756" cy="40386"/>
          </a:xfrm>
          <a:prstGeom prst="rect">
            <a:avLst/>
          </a:prstGeom>
          <a:solidFill>
            <a:srgbClr val="648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3677920" y="4533900"/>
            <a:ext cx="79756" cy="40386"/>
          </a:xfrm>
          <a:prstGeom prst="rect">
            <a:avLst/>
          </a:prstGeom>
          <a:solidFill>
            <a:srgbClr val="4B6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3755390" y="4533900"/>
            <a:ext cx="79756" cy="40386"/>
          </a:xfrm>
          <a:prstGeom prst="rect">
            <a:avLst/>
          </a:prstGeom>
          <a:solidFill>
            <a:srgbClr val="42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3832860" y="4533900"/>
            <a:ext cx="79756" cy="40386"/>
          </a:xfrm>
          <a:prstGeom prst="rect">
            <a:avLst/>
          </a:prstGeom>
          <a:solidFill>
            <a:srgbClr val="374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3910330" y="4533900"/>
            <a:ext cx="79756" cy="40386"/>
          </a:xfrm>
          <a:prstGeom prst="rect">
            <a:avLst/>
          </a:prstGeom>
          <a:solidFill>
            <a:srgbClr val="21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3987799" y="4533900"/>
            <a:ext cx="79756" cy="40386"/>
          </a:xfrm>
          <a:prstGeom prst="rect">
            <a:avLst/>
          </a:prstGeom>
          <a:solidFill>
            <a:srgbClr val="395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4065270" y="4533900"/>
            <a:ext cx="79756" cy="40386"/>
          </a:xfrm>
          <a:prstGeom prst="rect">
            <a:avLst/>
          </a:prstGeom>
          <a:solidFill>
            <a:srgbClr val="5D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4142740" y="4533900"/>
            <a:ext cx="79756" cy="40386"/>
          </a:xfrm>
          <a:prstGeom prst="rect">
            <a:avLst/>
          </a:prstGeom>
          <a:solidFill>
            <a:srgbClr val="7A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4220209" y="4533900"/>
            <a:ext cx="79756" cy="40386"/>
          </a:xfrm>
          <a:prstGeom prst="rect">
            <a:avLst/>
          </a:prstGeom>
          <a:solidFill>
            <a:srgbClr val="8EB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4297680" y="4533900"/>
            <a:ext cx="79756" cy="40386"/>
          </a:xfrm>
          <a:prstGeom prst="rect">
            <a:avLst/>
          </a:prstGeom>
          <a:solidFill>
            <a:srgbClr val="93C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4375150" y="4533900"/>
            <a:ext cx="79756" cy="40386"/>
          </a:xfrm>
          <a:prstGeom prst="rect">
            <a:avLst/>
          </a:prstGeom>
          <a:solidFill>
            <a:srgbClr val="96C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4452619" y="4533900"/>
            <a:ext cx="79756" cy="40386"/>
          </a:xfrm>
          <a:prstGeom prst="rect">
            <a:avLst/>
          </a:prstGeom>
          <a:solidFill>
            <a:srgbClr val="90B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4530090" y="4533900"/>
            <a:ext cx="79756" cy="40386"/>
          </a:xfrm>
          <a:prstGeom prst="rect">
            <a:avLst/>
          </a:prstGeom>
          <a:solidFill>
            <a:srgbClr val="8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4607560" y="4533900"/>
            <a:ext cx="79756" cy="40386"/>
          </a:xfrm>
          <a:prstGeom prst="rect">
            <a:avLst/>
          </a:prstGeom>
          <a:solidFill>
            <a:srgbClr val="84A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4685030" y="4533900"/>
            <a:ext cx="79756" cy="40386"/>
          </a:xfrm>
          <a:prstGeom prst="rect">
            <a:avLst/>
          </a:prstGeom>
          <a:solidFill>
            <a:srgbClr val="76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4762500" y="4533900"/>
            <a:ext cx="79756" cy="40386"/>
          </a:xfrm>
          <a:prstGeom prst="rect">
            <a:avLst/>
          </a:prstGeom>
          <a:solidFill>
            <a:srgbClr val="69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4839970" y="4533900"/>
            <a:ext cx="79756" cy="40386"/>
          </a:xfrm>
          <a:prstGeom prst="rect">
            <a:avLst/>
          </a:prstGeom>
          <a:solidFill>
            <a:srgbClr val="5B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4917440" y="4533900"/>
            <a:ext cx="79756" cy="40386"/>
          </a:xfrm>
          <a:prstGeom prst="rect">
            <a:avLst/>
          </a:prstGeom>
          <a:solidFill>
            <a:srgbClr val="526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4994910" y="4533900"/>
            <a:ext cx="79756" cy="40386"/>
          </a:xfrm>
          <a:prstGeom prst="rect">
            <a:avLst/>
          </a:prstGeom>
          <a:solidFill>
            <a:srgbClr val="52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5072379" y="4533900"/>
            <a:ext cx="79756" cy="40386"/>
          </a:xfrm>
          <a:prstGeom prst="rect">
            <a:avLst/>
          </a:prstGeom>
          <a:solidFill>
            <a:srgbClr val="577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5149850" y="4533900"/>
            <a:ext cx="79756" cy="40386"/>
          </a:xfrm>
          <a:prstGeom prst="rect">
            <a:avLst/>
          </a:prstGeom>
          <a:solidFill>
            <a:srgbClr val="5E7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579120" y="4495800"/>
            <a:ext cx="79756" cy="40386"/>
          </a:xfrm>
          <a:prstGeom prst="rect">
            <a:avLst/>
          </a:prstGeom>
          <a:solidFill>
            <a:srgbClr val="2B3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656590" y="4495800"/>
            <a:ext cx="79756" cy="40386"/>
          </a:xfrm>
          <a:prstGeom prst="rect">
            <a:avLst/>
          </a:prstGeom>
          <a:solidFill>
            <a:srgbClr val="4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734059" y="4495800"/>
            <a:ext cx="79756" cy="40386"/>
          </a:xfrm>
          <a:prstGeom prst="rect">
            <a:avLst/>
          </a:prstGeom>
          <a:solidFill>
            <a:srgbClr val="6A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811530" y="4495800"/>
            <a:ext cx="79756" cy="40386"/>
          </a:xfrm>
          <a:prstGeom prst="rect">
            <a:avLst/>
          </a:prstGeom>
          <a:solidFill>
            <a:srgbClr val="799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888999" y="4495800"/>
            <a:ext cx="79756" cy="40386"/>
          </a:xfrm>
          <a:prstGeom prst="rect">
            <a:avLst/>
          </a:prstGeom>
          <a:solidFill>
            <a:srgbClr val="7D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966470" y="4495800"/>
            <a:ext cx="79756" cy="40386"/>
          </a:xfrm>
          <a:prstGeom prst="rect">
            <a:avLst/>
          </a:prstGeom>
          <a:solidFill>
            <a:srgbClr val="84A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43940" y="4495800"/>
            <a:ext cx="79756" cy="40386"/>
          </a:xfrm>
          <a:prstGeom prst="rect">
            <a:avLst/>
          </a:prstGeom>
          <a:solidFill>
            <a:srgbClr val="86A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121410" y="4495800"/>
            <a:ext cx="79756" cy="40386"/>
          </a:xfrm>
          <a:prstGeom prst="rect">
            <a:avLst/>
          </a:prstGeom>
          <a:solidFill>
            <a:srgbClr val="83A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198879" y="4495800"/>
            <a:ext cx="79756" cy="40386"/>
          </a:xfrm>
          <a:prstGeom prst="rect">
            <a:avLst/>
          </a:prstGeom>
          <a:solidFill>
            <a:srgbClr val="7E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276350" y="4495800"/>
            <a:ext cx="79756" cy="40386"/>
          </a:xfrm>
          <a:prstGeom prst="rect">
            <a:avLst/>
          </a:prstGeom>
          <a:solidFill>
            <a:srgbClr val="76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353820" y="4495800"/>
            <a:ext cx="79756" cy="40386"/>
          </a:xfrm>
          <a:prstGeom prst="rect">
            <a:avLst/>
          </a:prstGeom>
          <a:solidFill>
            <a:srgbClr val="6F9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431289" y="4495800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508760" y="4495800"/>
            <a:ext cx="79756" cy="40386"/>
          </a:xfrm>
          <a:prstGeom prst="rect">
            <a:avLst/>
          </a:prstGeom>
          <a:solidFill>
            <a:srgbClr val="83A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586229" y="4495800"/>
            <a:ext cx="79756" cy="40386"/>
          </a:xfrm>
          <a:prstGeom prst="rect">
            <a:avLst/>
          </a:prstGeom>
          <a:solidFill>
            <a:srgbClr val="8BB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663700" y="4495800"/>
            <a:ext cx="79756" cy="40386"/>
          </a:xfrm>
          <a:prstGeom prst="rect">
            <a:avLst/>
          </a:prstGeom>
          <a:solidFill>
            <a:srgbClr val="81A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741170" y="4495800"/>
            <a:ext cx="79756" cy="40386"/>
          </a:xfrm>
          <a:prstGeom prst="rect">
            <a:avLst/>
          </a:prstGeom>
          <a:solidFill>
            <a:srgbClr val="608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818639" y="4495800"/>
            <a:ext cx="79756" cy="40386"/>
          </a:xfrm>
          <a:prstGeom prst="rect">
            <a:avLst/>
          </a:prstGeom>
          <a:solidFill>
            <a:srgbClr val="4F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896110" y="4495800"/>
            <a:ext cx="79756" cy="40386"/>
          </a:xfrm>
          <a:prstGeom prst="rect">
            <a:avLst/>
          </a:prstGeom>
          <a:solidFill>
            <a:srgbClr val="3C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973580" y="4495800"/>
            <a:ext cx="79756" cy="40386"/>
          </a:xfrm>
          <a:prstGeom prst="rect">
            <a:avLst/>
          </a:prstGeom>
          <a:solidFill>
            <a:srgbClr val="5B7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2051049" y="4495800"/>
            <a:ext cx="79756" cy="40386"/>
          </a:xfrm>
          <a:prstGeom prst="rect">
            <a:avLst/>
          </a:prstGeom>
          <a:solidFill>
            <a:srgbClr val="7FA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2128520" y="4495800"/>
            <a:ext cx="79756" cy="40386"/>
          </a:xfrm>
          <a:prstGeom prst="rect">
            <a:avLst/>
          </a:prstGeom>
          <a:solidFill>
            <a:srgbClr val="86A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2205990" y="4495800"/>
            <a:ext cx="79756" cy="40386"/>
          </a:xfrm>
          <a:prstGeom prst="rect">
            <a:avLst/>
          </a:prstGeom>
          <a:solidFill>
            <a:srgbClr val="7A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2283459" y="4495800"/>
            <a:ext cx="79756" cy="40386"/>
          </a:xfrm>
          <a:prstGeom prst="rect">
            <a:avLst/>
          </a:prstGeom>
          <a:solidFill>
            <a:srgbClr val="7DA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2360930" y="4495800"/>
            <a:ext cx="79756" cy="40386"/>
          </a:xfrm>
          <a:prstGeom prst="rect">
            <a:avLst/>
          </a:prstGeom>
          <a:solidFill>
            <a:srgbClr val="86A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438400" y="4495800"/>
            <a:ext cx="79756" cy="40386"/>
          </a:xfrm>
          <a:prstGeom prst="rect">
            <a:avLst/>
          </a:prstGeom>
          <a:solidFill>
            <a:srgbClr val="90B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2515870" y="4495800"/>
            <a:ext cx="79756" cy="40386"/>
          </a:xfrm>
          <a:prstGeom prst="rect">
            <a:avLst/>
          </a:prstGeom>
          <a:solidFill>
            <a:srgbClr val="9AC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2593339" y="4495800"/>
            <a:ext cx="79756" cy="40386"/>
          </a:xfrm>
          <a:prstGeom prst="rect">
            <a:avLst/>
          </a:prstGeom>
          <a:solidFill>
            <a:srgbClr val="A4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2670810" y="4495800"/>
            <a:ext cx="79756" cy="40386"/>
          </a:xfrm>
          <a:prstGeom prst="rect">
            <a:avLst/>
          </a:prstGeom>
          <a:solidFill>
            <a:srgbClr val="A8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2748280" y="4495800"/>
            <a:ext cx="79756" cy="40386"/>
          </a:xfrm>
          <a:prstGeom prst="rect">
            <a:avLst/>
          </a:prstGeom>
          <a:solidFill>
            <a:srgbClr val="A5D5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2825750" y="4495800"/>
            <a:ext cx="79756" cy="40386"/>
          </a:xfrm>
          <a:prstGeom prst="rect">
            <a:avLst/>
          </a:prstGeom>
          <a:solidFill>
            <a:srgbClr val="A2D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903220" y="4495800"/>
            <a:ext cx="79756" cy="40386"/>
          </a:xfrm>
          <a:prstGeom prst="rect">
            <a:avLst/>
          </a:prstGeom>
          <a:solidFill>
            <a:srgbClr val="87B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2980690" y="4495800"/>
            <a:ext cx="79756" cy="40386"/>
          </a:xfrm>
          <a:prstGeom prst="rect">
            <a:avLst/>
          </a:prstGeom>
          <a:solidFill>
            <a:srgbClr val="59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3058159" y="4495800"/>
            <a:ext cx="79756" cy="40386"/>
          </a:xfrm>
          <a:prstGeom prst="rect">
            <a:avLst/>
          </a:prstGeom>
          <a:solidFill>
            <a:srgbClr val="314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3135630" y="4495800"/>
            <a:ext cx="79756" cy="40386"/>
          </a:xfrm>
          <a:prstGeom prst="rect">
            <a:avLst/>
          </a:prstGeom>
          <a:solidFill>
            <a:srgbClr val="40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3213100" y="4495800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3290570" y="4495800"/>
            <a:ext cx="79756" cy="40386"/>
          </a:xfrm>
          <a:prstGeom prst="rect">
            <a:avLst/>
          </a:prstGeom>
          <a:solidFill>
            <a:srgbClr val="88B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3368040" y="4495800"/>
            <a:ext cx="79756" cy="40386"/>
          </a:xfrm>
          <a:prstGeom prst="rect">
            <a:avLst/>
          </a:prstGeom>
          <a:solidFill>
            <a:srgbClr val="A2D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3445510" y="4495800"/>
            <a:ext cx="79756" cy="40386"/>
          </a:xfrm>
          <a:prstGeom prst="rect">
            <a:avLst/>
          </a:prstGeom>
          <a:solidFill>
            <a:srgbClr val="ACD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522979" y="4495800"/>
            <a:ext cx="79756" cy="40386"/>
          </a:xfrm>
          <a:prstGeom prst="rect">
            <a:avLst/>
          </a:prstGeom>
          <a:solidFill>
            <a:srgbClr val="ABD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3600450" y="4495800"/>
            <a:ext cx="79756" cy="40386"/>
          </a:xfrm>
          <a:prstGeom prst="rect">
            <a:avLst/>
          </a:prstGeom>
          <a:solidFill>
            <a:srgbClr val="AD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3677920" y="4495800"/>
            <a:ext cx="79756" cy="40386"/>
          </a:xfrm>
          <a:prstGeom prst="rect">
            <a:avLst/>
          </a:prstGeom>
          <a:solidFill>
            <a:srgbClr val="A9D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3755390" y="4495800"/>
            <a:ext cx="79756" cy="40386"/>
          </a:xfrm>
          <a:prstGeom prst="rect">
            <a:avLst/>
          </a:prstGeom>
          <a:solidFill>
            <a:srgbClr val="A0D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3832860" y="4495800"/>
            <a:ext cx="79756" cy="40386"/>
          </a:xfrm>
          <a:prstGeom prst="rect">
            <a:avLst/>
          </a:prstGeom>
          <a:solidFill>
            <a:srgbClr val="94C1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3910330" y="4495800"/>
            <a:ext cx="79756" cy="40386"/>
          </a:xfrm>
          <a:prstGeom prst="rect">
            <a:avLst/>
          </a:prstGeom>
          <a:solidFill>
            <a:srgbClr val="87B0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3987799" y="4495800"/>
            <a:ext cx="79756" cy="40386"/>
          </a:xfrm>
          <a:prstGeom prst="rect">
            <a:avLst/>
          </a:prstGeom>
          <a:solidFill>
            <a:srgbClr val="7BA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4065270" y="4495800"/>
            <a:ext cx="79756" cy="40386"/>
          </a:xfrm>
          <a:prstGeom prst="rect">
            <a:avLst/>
          </a:prstGeom>
          <a:solidFill>
            <a:srgbClr val="7C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4142740" y="4495800"/>
            <a:ext cx="79756" cy="40386"/>
          </a:xfrm>
          <a:prstGeom prst="rect">
            <a:avLst/>
          </a:prstGeom>
          <a:solidFill>
            <a:srgbClr val="87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4220209" y="4495800"/>
            <a:ext cx="79756" cy="40386"/>
          </a:xfrm>
          <a:prstGeom prst="rect">
            <a:avLst/>
          </a:prstGeom>
          <a:solidFill>
            <a:srgbClr val="88B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4297680" y="4495800"/>
            <a:ext cx="79756" cy="40386"/>
          </a:xfrm>
          <a:prstGeom prst="rect">
            <a:avLst/>
          </a:prstGeom>
          <a:solidFill>
            <a:srgbClr val="77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4375150" y="4495800"/>
            <a:ext cx="79756" cy="40386"/>
          </a:xfrm>
          <a:prstGeom prst="rect">
            <a:avLst/>
          </a:prstGeom>
          <a:solidFill>
            <a:srgbClr val="547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4452619" y="4495800"/>
            <a:ext cx="79756" cy="40386"/>
          </a:xfrm>
          <a:prstGeom prst="rect">
            <a:avLst/>
          </a:prstGeom>
          <a:solidFill>
            <a:srgbClr val="40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4530090" y="4495800"/>
            <a:ext cx="79756" cy="40386"/>
          </a:xfrm>
          <a:prstGeom prst="rect">
            <a:avLst/>
          </a:prstGeom>
          <a:solidFill>
            <a:srgbClr val="2F4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4607560" y="4495800"/>
            <a:ext cx="79756" cy="40386"/>
          </a:xfrm>
          <a:prstGeom prst="rect">
            <a:avLst/>
          </a:prstGeom>
          <a:solidFill>
            <a:srgbClr val="45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4685030" y="4495800"/>
            <a:ext cx="79756" cy="40386"/>
          </a:xfrm>
          <a:prstGeom prst="rect">
            <a:avLst/>
          </a:prstGeom>
          <a:solidFill>
            <a:srgbClr val="618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4762500" y="4495800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4839970" y="4495800"/>
            <a:ext cx="79756" cy="40386"/>
          </a:xfrm>
          <a:prstGeom prst="rect">
            <a:avLst/>
          </a:prstGeom>
          <a:solidFill>
            <a:srgbClr val="5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4917440" y="4495800"/>
            <a:ext cx="79756" cy="40386"/>
          </a:xfrm>
          <a:prstGeom prst="rect">
            <a:avLst/>
          </a:prstGeom>
          <a:solidFill>
            <a:srgbClr val="506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4994910" y="4495800"/>
            <a:ext cx="79756" cy="40386"/>
          </a:xfrm>
          <a:prstGeom prst="rect">
            <a:avLst/>
          </a:prstGeom>
          <a:solidFill>
            <a:srgbClr val="54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072379" y="44958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5149850" y="4495800"/>
            <a:ext cx="79756" cy="40386"/>
          </a:xfrm>
          <a:prstGeom prst="rect">
            <a:avLst/>
          </a:prstGeom>
          <a:solidFill>
            <a:srgbClr val="618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579120" y="4457700"/>
            <a:ext cx="79756" cy="40386"/>
          </a:xfrm>
          <a:prstGeom prst="rect">
            <a:avLst/>
          </a:prstGeom>
          <a:solidFill>
            <a:srgbClr val="42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656590" y="4457700"/>
            <a:ext cx="79756" cy="40386"/>
          </a:xfrm>
          <a:prstGeom prst="rect">
            <a:avLst/>
          </a:prstGeom>
          <a:solidFill>
            <a:srgbClr val="27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734059" y="4457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811530" y="4457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888999" y="4457700"/>
            <a:ext cx="79756" cy="40386"/>
          </a:xfrm>
          <a:prstGeom prst="rect">
            <a:avLst/>
          </a:prstGeom>
          <a:solidFill>
            <a:srgbClr val="1C2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966470" y="4457700"/>
            <a:ext cx="79756" cy="40386"/>
          </a:xfrm>
          <a:prstGeom prst="rect">
            <a:avLst/>
          </a:prstGeom>
          <a:solidFill>
            <a:srgbClr val="1D2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43940" y="4457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121410" y="4457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198879" y="4457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276350" y="4457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353820" y="4457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431289" y="4457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508760" y="4457700"/>
            <a:ext cx="79756" cy="40386"/>
          </a:xfrm>
          <a:prstGeom prst="rect">
            <a:avLst/>
          </a:prstGeom>
          <a:solidFill>
            <a:srgbClr val="2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586229" y="4457700"/>
            <a:ext cx="79756" cy="40386"/>
          </a:xfrm>
          <a:prstGeom prst="rect">
            <a:avLst/>
          </a:prstGeom>
          <a:solidFill>
            <a:srgbClr val="3A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663700" y="4457700"/>
            <a:ext cx="79756" cy="40386"/>
          </a:xfrm>
          <a:prstGeom prst="rect">
            <a:avLst/>
          </a:prstGeom>
          <a:solidFill>
            <a:srgbClr val="62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741170" y="4457700"/>
            <a:ext cx="79756" cy="40386"/>
          </a:xfrm>
          <a:prstGeom prst="rect">
            <a:avLst/>
          </a:prstGeom>
          <a:solidFill>
            <a:srgbClr val="8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818639" y="4457700"/>
            <a:ext cx="79756" cy="40386"/>
          </a:xfrm>
          <a:prstGeom prst="rect">
            <a:avLst/>
          </a:prstGeom>
          <a:solidFill>
            <a:srgbClr val="9AC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896110" y="4457700"/>
            <a:ext cx="79756" cy="40386"/>
          </a:xfrm>
          <a:prstGeom prst="rect">
            <a:avLst/>
          </a:prstGeom>
          <a:solidFill>
            <a:srgbClr val="9AC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973580" y="4457700"/>
            <a:ext cx="79756" cy="40386"/>
          </a:xfrm>
          <a:prstGeom prst="rect">
            <a:avLst/>
          </a:prstGeom>
          <a:solidFill>
            <a:srgbClr val="97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051049" y="4457700"/>
            <a:ext cx="79756" cy="40386"/>
          </a:xfrm>
          <a:prstGeom prst="rect">
            <a:avLst/>
          </a:prstGeom>
          <a:solidFill>
            <a:srgbClr val="91B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2128520" y="4457700"/>
            <a:ext cx="79756" cy="40386"/>
          </a:xfrm>
          <a:prstGeom prst="rect">
            <a:avLst/>
          </a:prstGeom>
          <a:solidFill>
            <a:srgbClr val="7C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205990" y="4457700"/>
            <a:ext cx="79756" cy="40386"/>
          </a:xfrm>
          <a:prstGeom prst="rect">
            <a:avLst/>
          </a:prstGeom>
          <a:solidFill>
            <a:srgbClr val="56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283459" y="4457700"/>
            <a:ext cx="79756" cy="40386"/>
          </a:xfrm>
          <a:prstGeom prst="rect">
            <a:avLst/>
          </a:prstGeom>
          <a:solidFill>
            <a:srgbClr val="2F4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2360930" y="4457700"/>
            <a:ext cx="79756" cy="40386"/>
          </a:xfrm>
          <a:prstGeom prst="rect">
            <a:avLst/>
          </a:prstGeom>
          <a:solidFill>
            <a:srgbClr val="37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2438400" y="4457700"/>
            <a:ext cx="79756" cy="40386"/>
          </a:xfrm>
          <a:prstGeom prst="rect">
            <a:avLst/>
          </a:prstGeom>
          <a:solidFill>
            <a:srgbClr val="3B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2515870" y="4457700"/>
            <a:ext cx="79756" cy="40386"/>
          </a:xfrm>
          <a:prstGeom prst="rect">
            <a:avLst/>
          </a:prstGeom>
          <a:solidFill>
            <a:srgbClr val="44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2593339" y="4457700"/>
            <a:ext cx="79756" cy="40386"/>
          </a:xfrm>
          <a:prstGeom prst="rect">
            <a:avLst/>
          </a:prstGeom>
          <a:solidFill>
            <a:srgbClr val="4D6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2670810" y="4457700"/>
            <a:ext cx="79756" cy="40386"/>
          </a:xfrm>
          <a:prstGeom prst="rect">
            <a:avLst/>
          </a:prstGeom>
          <a:solidFill>
            <a:srgbClr val="5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2748280" y="4457700"/>
            <a:ext cx="79756" cy="40386"/>
          </a:xfrm>
          <a:prstGeom prst="rect">
            <a:avLst/>
          </a:prstGeom>
          <a:solidFill>
            <a:srgbClr val="81A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2825750" y="4457700"/>
            <a:ext cx="79756" cy="40386"/>
          </a:xfrm>
          <a:prstGeom prst="rect">
            <a:avLst/>
          </a:prstGeom>
          <a:solidFill>
            <a:srgbClr val="9AC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2903220" y="4457700"/>
            <a:ext cx="79756" cy="40386"/>
          </a:xfrm>
          <a:prstGeom prst="rect">
            <a:avLst/>
          </a:prstGeom>
          <a:solidFill>
            <a:srgbClr val="9BC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2980690" y="4457700"/>
            <a:ext cx="79756" cy="40386"/>
          </a:xfrm>
          <a:prstGeom prst="rect">
            <a:avLst/>
          </a:prstGeom>
          <a:solidFill>
            <a:srgbClr val="90B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3058159" y="4457700"/>
            <a:ext cx="79756" cy="40386"/>
          </a:xfrm>
          <a:prstGeom prst="rect">
            <a:avLst/>
          </a:prstGeom>
          <a:solidFill>
            <a:srgbClr val="84A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3135630" y="4457700"/>
            <a:ext cx="79756" cy="40386"/>
          </a:xfrm>
          <a:prstGeom prst="rect">
            <a:avLst/>
          </a:prstGeom>
          <a:solidFill>
            <a:srgbClr val="7E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3213100" y="4457700"/>
            <a:ext cx="79756" cy="40386"/>
          </a:xfrm>
          <a:prstGeom prst="rect">
            <a:avLst/>
          </a:prstGeom>
          <a:solidFill>
            <a:srgbClr val="759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3290570" y="4457700"/>
            <a:ext cx="79756" cy="40386"/>
          </a:xfrm>
          <a:prstGeom prst="rect">
            <a:avLst/>
          </a:prstGeom>
          <a:solidFill>
            <a:srgbClr val="4F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3368040" y="4457700"/>
            <a:ext cx="79756" cy="40386"/>
          </a:xfrm>
          <a:prstGeom prst="rect">
            <a:avLst/>
          </a:prstGeom>
          <a:solidFill>
            <a:srgbClr val="39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3445510" y="4457700"/>
            <a:ext cx="79756" cy="40386"/>
          </a:xfrm>
          <a:prstGeom prst="rect">
            <a:avLst/>
          </a:prstGeom>
          <a:solidFill>
            <a:srgbClr val="2F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3522979" y="4457700"/>
            <a:ext cx="79756" cy="40386"/>
          </a:xfrm>
          <a:prstGeom prst="rect">
            <a:avLst/>
          </a:prstGeom>
          <a:solidFill>
            <a:srgbClr val="35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3600450" y="4457700"/>
            <a:ext cx="79756" cy="40386"/>
          </a:xfrm>
          <a:prstGeom prst="rect">
            <a:avLst/>
          </a:prstGeom>
          <a:solidFill>
            <a:srgbClr val="304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3677920" y="4457700"/>
            <a:ext cx="79756" cy="40386"/>
          </a:xfrm>
          <a:prstGeom prst="rect">
            <a:avLst/>
          </a:prstGeom>
          <a:solidFill>
            <a:srgbClr val="1C2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3755390" y="4457700"/>
            <a:ext cx="79756" cy="40386"/>
          </a:xfrm>
          <a:prstGeom prst="rect">
            <a:avLst/>
          </a:prstGeom>
          <a:solidFill>
            <a:srgbClr val="2B3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3832860" y="4457700"/>
            <a:ext cx="79756" cy="40386"/>
          </a:xfrm>
          <a:prstGeom prst="rect">
            <a:avLst/>
          </a:prstGeom>
          <a:solidFill>
            <a:srgbClr val="283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3910330" y="4457700"/>
            <a:ext cx="79756" cy="40386"/>
          </a:xfrm>
          <a:prstGeom prst="rect">
            <a:avLst/>
          </a:prstGeom>
          <a:solidFill>
            <a:srgbClr val="2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3987799" y="4457700"/>
            <a:ext cx="79756" cy="40386"/>
          </a:xfrm>
          <a:prstGeom prst="rect">
            <a:avLst/>
          </a:prstGeom>
          <a:solidFill>
            <a:srgbClr val="1E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4065270" y="4457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4142740" y="4457700"/>
            <a:ext cx="79756" cy="40386"/>
          </a:xfrm>
          <a:prstGeom prst="rect">
            <a:avLst/>
          </a:prstGeom>
          <a:solidFill>
            <a:srgbClr val="223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4220209" y="4457700"/>
            <a:ext cx="79756" cy="40386"/>
          </a:xfrm>
          <a:prstGeom prst="rect">
            <a:avLst/>
          </a:prstGeom>
          <a:solidFill>
            <a:srgbClr val="3B5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4297680" y="4457700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4375150" y="4457700"/>
            <a:ext cx="79756" cy="40386"/>
          </a:xfrm>
          <a:prstGeom prst="rect">
            <a:avLst/>
          </a:prstGeom>
          <a:solidFill>
            <a:srgbClr val="83A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4452619" y="4457700"/>
            <a:ext cx="79756" cy="40386"/>
          </a:xfrm>
          <a:prstGeom prst="rect">
            <a:avLst/>
          </a:prstGeom>
          <a:solidFill>
            <a:srgbClr val="86B0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4530090" y="4457700"/>
            <a:ext cx="79756" cy="40386"/>
          </a:xfrm>
          <a:prstGeom prst="rect">
            <a:avLst/>
          </a:prstGeom>
          <a:solidFill>
            <a:srgbClr val="81A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4607560" y="4457700"/>
            <a:ext cx="79756" cy="40386"/>
          </a:xfrm>
          <a:prstGeom prst="rect">
            <a:avLst/>
          </a:prstGeom>
          <a:solidFill>
            <a:srgbClr val="799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4685030" y="4457700"/>
            <a:ext cx="79756" cy="40386"/>
          </a:xfrm>
          <a:prstGeom prst="rect">
            <a:avLst/>
          </a:prstGeom>
          <a:solidFill>
            <a:srgbClr val="6D9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4762500" y="4457700"/>
            <a:ext cx="79756" cy="40386"/>
          </a:xfrm>
          <a:prstGeom prst="rect">
            <a:avLst/>
          </a:prstGeom>
          <a:solidFill>
            <a:srgbClr val="54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4839970" y="4457700"/>
            <a:ext cx="79756" cy="40386"/>
          </a:xfrm>
          <a:prstGeom prst="rect">
            <a:avLst/>
          </a:prstGeom>
          <a:solidFill>
            <a:srgbClr val="2F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4917440" y="4457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4994910" y="4457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5072379" y="4457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5149850" y="4457700"/>
            <a:ext cx="79756" cy="40386"/>
          </a:xfrm>
          <a:prstGeom prst="rect">
            <a:avLst/>
          </a:prstGeom>
          <a:solidFill>
            <a:srgbClr val="1E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579120" y="4419600"/>
            <a:ext cx="79756" cy="40386"/>
          </a:xfrm>
          <a:prstGeom prst="rect">
            <a:avLst/>
          </a:prstGeom>
          <a:solidFill>
            <a:srgbClr val="4C6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656590" y="4419600"/>
            <a:ext cx="79756" cy="40386"/>
          </a:xfrm>
          <a:prstGeom prst="rect">
            <a:avLst/>
          </a:prstGeom>
          <a:solidFill>
            <a:srgbClr val="577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734059" y="4419600"/>
            <a:ext cx="79756" cy="40386"/>
          </a:xfrm>
          <a:prstGeom prst="rect">
            <a:avLst/>
          </a:prstGeom>
          <a:solidFill>
            <a:srgbClr val="638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811530" y="4419600"/>
            <a:ext cx="79756" cy="40386"/>
          </a:xfrm>
          <a:prstGeom prst="rect">
            <a:avLst/>
          </a:prstGeom>
          <a:solidFill>
            <a:srgbClr val="6A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888999" y="4419600"/>
            <a:ext cx="79756" cy="40386"/>
          </a:xfrm>
          <a:prstGeom prst="rect">
            <a:avLst/>
          </a:prstGeom>
          <a:solidFill>
            <a:srgbClr val="759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966470" y="4419600"/>
            <a:ext cx="79756" cy="40386"/>
          </a:xfrm>
          <a:prstGeom prst="rect">
            <a:avLst/>
          </a:prstGeom>
          <a:solidFill>
            <a:srgbClr val="73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43940" y="4419600"/>
            <a:ext cx="79756" cy="40386"/>
          </a:xfrm>
          <a:prstGeom prst="rect">
            <a:avLst/>
          </a:prstGeom>
          <a:solidFill>
            <a:srgbClr val="69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121410" y="4419600"/>
            <a:ext cx="79756" cy="40386"/>
          </a:xfrm>
          <a:prstGeom prst="rect">
            <a:avLst/>
          </a:prstGeom>
          <a:solidFill>
            <a:srgbClr val="6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198879" y="44196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276350" y="44196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353820" y="4419600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431289" y="4419600"/>
            <a:ext cx="79756" cy="40386"/>
          </a:xfrm>
          <a:prstGeom prst="rect">
            <a:avLst/>
          </a:prstGeom>
          <a:solidFill>
            <a:srgbClr val="6B8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508760" y="4419600"/>
            <a:ext cx="79756" cy="40386"/>
          </a:xfrm>
          <a:prstGeom prst="rect">
            <a:avLst/>
          </a:prstGeom>
          <a:solidFill>
            <a:srgbClr val="76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586229" y="4419600"/>
            <a:ext cx="79756" cy="40386"/>
          </a:xfrm>
          <a:prstGeom prst="rect">
            <a:avLst/>
          </a:prstGeom>
          <a:solidFill>
            <a:srgbClr val="83A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663700" y="4419600"/>
            <a:ext cx="79756" cy="40386"/>
          </a:xfrm>
          <a:prstGeom prst="rect">
            <a:avLst/>
          </a:prstGeom>
          <a:solidFill>
            <a:srgbClr val="8FB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741170" y="4419600"/>
            <a:ext cx="79756" cy="40386"/>
          </a:xfrm>
          <a:prstGeom prst="rect">
            <a:avLst/>
          </a:prstGeom>
          <a:solidFill>
            <a:srgbClr val="96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818639" y="4419600"/>
            <a:ext cx="79756" cy="40386"/>
          </a:xfrm>
          <a:prstGeom prst="rect">
            <a:avLst/>
          </a:prstGeom>
          <a:solidFill>
            <a:srgbClr val="81A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896110" y="4419600"/>
            <a:ext cx="79756" cy="40386"/>
          </a:xfrm>
          <a:prstGeom prst="rect">
            <a:avLst/>
          </a:prstGeom>
          <a:solidFill>
            <a:srgbClr val="587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973580" y="4419600"/>
            <a:ext cx="79756" cy="40386"/>
          </a:xfrm>
          <a:prstGeom prst="rect">
            <a:avLst/>
          </a:prstGeom>
          <a:solidFill>
            <a:srgbClr val="476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2051049" y="4419600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2128520" y="4419600"/>
            <a:ext cx="79756" cy="40386"/>
          </a:xfrm>
          <a:prstGeom prst="rect">
            <a:avLst/>
          </a:prstGeom>
          <a:solidFill>
            <a:srgbClr val="7DA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2205990" y="4419600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2283459" y="44196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2360930" y="4419600"/>
            <a:ext cx="79756" cy="40386"/>
          </a:xfrm>
          <a:prstGeom prst="rect">
            <a:avLst/>
          </a:prstGeom>
          <a:solidFill>
            <a:srgbClr val="7FA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2438400" y="4419600"/>
            <a:ext cx="79756" cy="40386"/>
          </a:xfrm>
          <a:prstGeom prst="rect">
            <a:avLst/>
          </a:prstGeom>
          <a:solidFill>
            <a:srgbClr val="8DB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2515870" y="4419600"/>
            <a:ext cx="79756" cy="40386"/>
          </a:xfrm>
          <a:prstGeom prst="rect">
            <a:avLst/>
          </a:prstGeom>
          <a:solidFill>
            <a:srgbClr val="97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2593339" y="4419600"/>
            <a:ext cx="79756" cy="40386"/>
          </a:xfrm>
          <a:prstGeom prst="rect">
            <a:avLst/>
          </a:prstGeom>
          <a:solidFill>
            <a:srgbClr val="9CC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2670810" y="4419600"/>
            <a:ext cx="79756" cy="40386"/>
          </a:xfrm>
          <a:prstGeom prst="rect">
            <a:avLst/>
          </a:prstGeom>
          <a:solidFill>
            <a:srgbClr val="9FC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2748280" y="4419600"/>
            <a:ext cx="79756" cy="40386"/>
          </a:xfrm>
          <a:prstGeom prst="rect">
            <a:avLst/>
          </a:prstGeom>
          <a:solidFill>
            <a:srgbClr val="9BC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2825750" y="4419600"/>
            <a:ext cx="79756" cy="40386"/>
          </a:xfrm>
          <a:prstGeom prst="rect">
            <a:avLst/>
          </a:prstGeom>
          <a:solidFill>
            <a:srgbClr val="98C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2903220" y="4419600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2980690" y="4419600"/>
            <a:ext cx="79756" cy="40386"/>
          </a:xfrm>
          <a:prstGeom prst="rect">
            <a:avLst/>
          </a:prstGeom>
          <a:solidFill>
            <a:srgbClr val="42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3058159" y="4419600"/>
            <a:ext cx="79756" cy="40386"/>
          </a:xfrm>
          <a:prstGeom prst="rect">
            <a:avLst/>
          </a:prstGeom>
          <a:solidFill>
            <a:srgbClr val="42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3135630" y="4419600"/>
            <a:ext cx="79756" cy="40386"/>
          </a:xfrm>
          <a:prstGeom prst="rect">
            <a:avLst/>
          </a:prstGeom>
          <a:solidFill>
            <a:srgbClr val="6C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3213100" y="4419600"/>
            <a:ext cx="79756" cy="40386"/>
          </a:xfrm>
          <a:prstGeom prst="rect">
            <a:avLst/>
          </a:prstGeom>
          <a:solidFill>
            <a:srgbClr val="85A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3290570" y="4419600"/>
            <a:ext cx="79756" cy="40386"/>
          </a:xfrm>
          <a:prstGeom prst="rect">
            <a:avLst/>
          </a:prstGeom>
          <a:solidFill>
            <a:srgbClr val="90B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3368040" y="4419600"/>
            <a:ext cx="79756" cy="40386"/>
          </a:xfrm>
          <a:prstGeom prst="rect">
            <a:avLst/>
          </a:prstGeom>
          <a:solidFill>
            <a:srgbClr val="9AC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3445510" y="4419600"/>
            <a:ext cx="79756" cy="40386"/>
          </a:xfrm>
          <a:prstGeom prst="rect">
            <a:avLst/>
          </a:prstGeom>
          <a:solidFill>
            <a:srgbClr val="9D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3522979" y="4419600"/>
            <a:ext cx="79756" cy="40386"/>
          </a:xfrm>
          <a:prstGeom prst="rect">
            <a:avLst/>
          </a:prstGeom>
          <a:solidFill>
            <a:srgbClr val="A2D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3600450" y="4419600"/>
            <a:ext cx="79756" cy="40386"/>
          </a:xfrm>
          <a:prstGeom prst="rect">
            <a:avLst/>
          </a:prstGeom>
          <a:solidFill>
            <a:srgbClr val="99C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3677920" y="4419600"/>
            <a:ext cx="79756" cy="40386"/>
          </a:xfrm>
          <a:prstGeom prst="rect">
            <a:avLst/>
          </a:prstGeom>
          <a:solidFill>
            <a:srgbClr val="89B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3755390" y="4419600"/>
            <a:ext cx="79756" cy="40386"/>
          </a:xfrm>
          <a:prstGeom prst="rect">
            <a:avLst/>
          </a:prstGeom>
          <a:solidFill>
            <a:srgbClr val="7A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3832860" y="4419600"/>
            <a:ext cx="79756" cy="40386"/>
          </a:xfrm>
          <a:prstGeom prst="rect">
            <a:avLst/>
          </a:prstGeom>
          <a:solidFill>
            <a:srgbClr val="709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3910330" y="4419600"/>
            <a:ext cx="79756" cy="40386"/>
          </a:xfrm>
          <a:prstGeom prst="rect">
            <a:avLst/>
          </a:prstGeom>
          <a:solidFill>
            <a:srgbClr val="6B8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3987799" y="4419600"/>
            <a:ext cx="79756" cy="40386"/>
          </a:xfrm>
          <a:prstGeom prst="rect">
            <a:avLst/>
          </a:prstGeom>
          <a:solidFill>
            <a:srgbClr val="6C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4065270" y="4419600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4142740" y="4419600"/>
            <a:ext cx="79756" cy="40386"/>
          </a:xfrm>
          <a:prstGeom prst="rect">
            <a:avLst/>
          </a:prstGeom>
          <a:solidFill>
            <a:srgbClr val="7BA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4220209" y="4419600"/>
            <a:ext cx="79756" cy="40386"/>
          </a:xfrm>
          <a:prstGeom prst="rect">
            <a:avLst/>
          </a:prstGeom>
          <a:solidFill>
            <a:srgbClr val="80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4297680" y="4419600"/>
            <a:ext cx="79756" cy="40386"/>
          </a:xfrm>
          <a:prstGeom prst="rect">
            <a:avLst/>
          </a:prstGeom>
          <a:solidFill>
            <a:srgbClr val="86B0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4375150" y="4419600"/>
            <a:ext cx="79756" cy="40386"/>
          </a:xfrm>
          <a:prstGeom prst="rect">
            <a:avLst/>
          </a:prstGeom>
          <a:solidFill>
            <a:srgbClr val="88B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4452619" y="4419600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4530090" y="4419600"/>
            <a:ext cx="79756" cy="40386"/>
          </a:xfrm>
          <a:prstGeom prst="rect">
            <a:avLst/>
          </a:prstGeom>
          <a:solidFill>
            <a:srgbClr val="42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4607560" y="4419600"/>
            <a:ext cx="79756" cy="40386"/>
          </a:xfrm>
          <a:prstGeom prst="rect">
            <a:avLst/>
          </a:prstGeom>
          <a:solidFill>
            <a:srgbClr val="324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4685030" y="4419600"/>
            <a:ext cx="79756" cy="40386"/>
          </a:xfrm>
          <a:prstGeom prst="rect">
            <a:avLst/>
          </a:prstGeom>
          <a:solidFill>
            <a:srgbClr val="506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4762500" y="4419600"/>
            <a:ext cx="79756" cy="40386"/>
          </a:xfrm>
          <a:prstGeom prst="rect">
            <a:avLst/>
          </a:prstGeom>
          <a:solidFill>
            <a:srgbClr val="587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4839970" y="4419600"/>
            <a:ext cx="79756" cy="40386"/>
          </a:xfrm>
          <a:prstGeom prst="rect">
            <a:avLst/>
          </a:prstGeom>
          <a:solidFill>
            <a:srgbClr val="4B6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4917440" y="4419600"/>
            <a:ext cx="79756" cy="40386"/>
          </a:xfrm>
          <a:prstGeom prst="rect">
            <a:avLst/>
          </a:prstGeom>
          <a:solidFill>
            <a:srgbClr val="476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4994910" y="4419600"/>
            <a:ext cx="79756" cy="40386"/>
          </a:xfrm>
          <a:prstGeom prst="rect">
            <a:avLst/>
          </a:prstGeom>
          <a:solidFill>
            <a:srgbClr val="4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5072379" y="4419600"/>
            <a:ext cx="79756" cy="40386"/>
          </a:xfrm>
          <a:prstGeom prst="rect">
            <a:avLst/>
          </a:prstGeom>
          <a:solidFill>
            <a:srgbClr val="57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5149850" y="4419600"/>
            <a:ext cx="79756" cy="40386"/>
          </a:xfrm>
          <a:prstGeom prst="rect">
            <a:avLst/>
          </a:prstGeom>
          <a:solidFill>
            <a:srgbClr val="5D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579120" y="4381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656590" y="4381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734059" y="4381500"/>
            <a:ext cx="79756" cy="40386"/>
          </a:xfrm>
          <a:prstGeom prst="rect">
            <a:avLst/>
          </a:prstGeom>
          <a:solidFill>
            <a:srgbClr val="2A3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811530" y="4381500"/>
            <a:ext cx="79756" cy="40386"/>
          </a:xfrm>
          <a:prstGeom prst="rect">
            <a:avLst/>
          </a:prstGeom>
          <a:solidFill>
            <a:srgbClr val="496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888999" y="4381500"/>
            <a:ext cx="79756" cy="40386"/>
          </a:xfrm>
          <a:prstGeom prst="rect">
            <a:avLst/>
          </a:prstGeom>
          <a:solidFill>
            <a:srgbClr val="69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966470" y="4381500"/>
            <a:ext cx="79756" cy="40386"/>
          </a:xfrm>
          <a:prstGeom prst="rect">
            <a:avLst/>
          </a:prstGeom>
          <a:solidFill>
            <a:srgbClr val="789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1043940" y="4381500"/>
            <a:ext cx="79756" cy="40386"/>
          </a:xfrm>
          <a:prstGeom prst="rect">
            <a:avLst/>
          </a:prstGeom>
          <a:solidFill>
            <a:srgbClr val="7BA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1121410" y="4381500"/>
            <a:ext cx="79756" cy="40386"/>
          </a:xfrm>
          <a:prstGeom prst="rect">
            <a:avLst/>
          </a:prstGeom>
          <a:solidFill>
            <a:srgbClr val="78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1198879" y="4381500"/>
            <a:ext cx="79756" cy="40386"/>
          </a:xfrm>
          <a:prstGeom prst="rect">
            <a:avLst/>
          </a:prstGeom>
          <a:solidFill>
            <a:srgbClr val="73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1276350" y="4381500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1353820" y="4381500"/>
            <a:ext cx="79756" cy="40386"/>
          </a:xfrm>
          <a:prstGeom prst="rect">
            <a:avLst/>
          </a:prstGeom>
          <a:solidFill>
            <a:srgbClr val="648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1431289" y="4381500"/>
            <a:ext cx="79756" cy="40386"/>
          </a:xfrm>
          <a:prstGeom prst="rect">
            <a:avLst/>
          </a:prstGeom>
          <a:solidFill>
            <a:srgbClr val="5D7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1508760" y="4381500"/>
            <a:ext cx="79756" cy="40386"/>
          </a:xfrm>
          <a:prstGeom prst="rect">
            <a:avLst/>
          </a:prstGeom>
          <a:solidFill>
            <a:srgbClr val="496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1586229" y="4381500"/>
            <a:ext cx="79756" cy="40386"/>
          </a:xfrm>
          <a:prstGeom prst="rect">
            <a:avLst/>
          </a:prstGeom>
          <a:solidFill>
            <a:srgbClr val="384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1663700" y="4381500"/>
            <a:ext cx="79756" cy="40386"/>
          </a:xfrm>
          <a:prstGeom prst="rect">
            <a:avLst/>
          </a:prstGeom>
          <a:solidFill>
            <a:srgbClr val="28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1741170" y="4381500"/>
            <a:ext cx="79756" cy="40386"/>
          </a:xfrm>
          <a:prstGeom prst="rect">
            <a:avLst/>
          </a:prstGeom>
          <a:solidFill>
            <a:srgbClr val="5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1818639" y="4381500"/>
            <a:ext cx="79756" cy="40386"/>
          </a:xfrm>
          <a:prstGeom prst="rect">
            <a:avLst/>
          </a:prstGeom>
          <a:solidFill>
            <a:srgbClr val="81A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896110" y="4381500"/>
            <a:ext cx="79756" cy="40386"/>
          </a:xfrm>
          <a:prstGeom prst="rect">
            <a:avLst/>
          </a:prstGeom>
          <a:solidFill>
            <a:srgbClr val="91B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1973580" y="4381500"/>
            <a:ext cx="79756" cy="40386"/>
          </a:xfrm>
          <a:prstGeom prst="rect">
            <a:avLst/>
          </a:prstGeom>
          <a:solidFill>
            <a:srgbClr val="8BB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2051049" y="4381500"/>
            <a:ext cx="79756" cy="40386"/>
          </a:xfrm>
          <a:prstGeom prst="rect">
            <a:avLst/>
          </a:prstGeom>
          <a:solidFill>
            <a:srgbClr val="87B0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2128520" y="4381500"/>
            <a:ext cx="79756" cy="40386"/>
          </a:xfrm>
          <a:prstGeom prst="rect">
            <a:avLst/>
          </a:prstGeom>
          <a:solidFill>
            <a:srgbClr val="769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2205990" y="4381500"/>
            <a:ext cx="79756" cy="40386"/>
          </a:xfrm>
          <a:prstGeom prst="rect">
            <a:avLst/>
          </a:prstGeom>
          <a:solidFill>
            <a:srgbClr val="4A6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2283459" y="4381500"/>
            <a:ext cx="79756" cy="40386"/>
          </a:xfrm>
          <a:prstGeom prst="rect">
            <a:avLst/>
          </a:prstGeom>
          <a:solidFill>
            <a:srgbClr val="2F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2360930" y="4381500"/>
            <a:ext cx="79756" cy="40386"/>
          </a:xfrm>
          <a:prstGeom prst="rect">
            <a:avLst/>
          </a:prstGeom>
          <a:solidFill>
            <a:srgbClr val="45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2438400" y="4381500"/>
            <a:ext cx="79756" cy="40386"/>
          </a:xfrm>
          <a:prstGeom prst="rect">
            <a:avLst/>
          </a:prstGeom>
          <a:solidFill>
            <a:srgbClr val="5D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2515870" y="4381500"/>
            <a:ext cx="79756" cy="40386"/>
          </a:xfrm>
          <a:prstGeom prst="rect">
            <a:avLst/>
          </a:prstGeom>
          <a:solidFill>
            <a:srgbClr val="638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2593339" y="4381500"/>
            <a:ext cx="79756" cy="40386"/>
          </a:xfrm>
          <a:prstGeom prst="rect">
            <a:avLst/>
          </a:prstGeom>
          <a:solidFill>
            <a:srgbClr val="50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2670810" y="4381500"/>
            <a:ext cx="79756" cy="40386"/>
          </a:xfrm>
          <a:prstGeom prst="rect">
            <a:avLst/>
          </a:prstGeom>
          <a:solidFill>
            <a:srgbClr val="516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2748280" y="4381500"/>
            <a:ext cx="79756" cy="40386"/>
          </a:xfrm>
          <a:prstGeom prst="rect">
            <a:avLst/>
          </a:prstGeom>
          <a:solidFill>
            <a:srgbClr val="749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2825750" y="4381500"/>
            <a:ext cx="79756" cy="40386"/>
          </a:xfrm>
          <a:prstGeom prst="rect">
            <a:avLst/>
          </a:prstGeom>
          <a:solidFill>
            <a:srgbClr val="94C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2903220" y="4381500"/>
            <a:ext cx="79756" cy="40386"/>
          </a:xfrm>
          <a:prstGeom prst="rect">
            <a:avLst/>
          </a:prstGeom>
          <a:solidFill>
            <a:srgbClr val="90B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2980690" y="4381500"/>
            <a:ext cx="79756" cy="40386"/>
          </a:xfrm>
          <a:prstGeom prst="rect">
            <a:avLst/>
          </a:prstGeom>
          <a:solidFill>
            <a:srgbClr val="85A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3058159" y="4381500"/>
            <a:ext cx="79756" cy="40386"/>
          </a:xfrm>
          <a:prstGeom prst="rect">
            <a:avLst/>
          </a:prstGeom>
          <a:solidFill>
            <a:srgbClr val="7BA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3135630" y="4381500"/>
            <a:ext cx="79756" cy="40386"/>
          </a:xfrm>
          <a:prstGeom prst="rect">
            <a:avLst/>
          </a:prstGeom>
          <a:solidFill>
            <a:srgbClr val="5D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3213100" y="4381500"/>
            <a:ext cx="79756" cy="40386"/>
          </a:xfrm>
          <a:prstGeom prst="rect">
            <a:avLst/>
          </a:prstGeom>
          <a:solidFill>
            <a:srgbClr val="33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3290570" y="4381500"/>
            <a:ext cx="79756" cy="40386"/>
          </a:xfrm>
          <a:prstGeom prst="rect">
            <a:avLst/>
          </a:prstGeom>
          <a:solidFill>
            <a:srgbClr val="34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3368040" y="4381500"/>
            <a:ext cx="79756" cy="40386"/>
          </a:xfrm>
          <a:prstGeom prst="rect">
            <a:avLst/>
          </a:prstGeom>
          <a:solidFill>
            <a:srgbClr val="55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3445510" y="4381500"/>
            <a:ext cx="79756" cy="40386"/>
          </a:xfrm>
          <a:prstGeom prst="rect">
            <a:avLst/>
          </a:prstGeom>
          <a:solidFill>
            <a:srgbClr val="7AA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3522979" y="4381500"/>
            <a:ext cx="79756" cy="40386"/>
          </a:xfrm>
          <a:prstGeom prst="rect">
            <a:avLst/>
          </a:prstGeom>
          <a:solidFill>
            <a:srgbClr val="97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3600450" y="4381500"/>
            <a:ext cx="79756" cy="40386"/>
          </a:xfrm>
          <a:prstGeom prst="rect">
            <a:avLst/>
          </a:prstGeom>
          <a:solidFill>
            <a:srgbClr val="A0D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3677920" y="4381500"/>
            <a:ext cx="79756" cy="40386"/>
          </a:xfrm>
          <a:prstGeom prst="rect">
            <a:avLst/>
          </a:prstGeom>
          <a:solidFill>
            <a:srgbClr val="9D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3755390" y="4381500"/>
            <a:ext cx="79756" cy="40386"/>
          </a:xfrm>
          <a:prstGeom prst="rect">
            <a:avLst/>
          </a:prstGeom>
          <a:solidFill>
            <a:srgbClr val="94C1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3832860" y="4381500"/>
            <a:ext cx="79756" cy="40386"/>
          </a:xfrm>
          <a:prstGeom prst="rect">
            <a:avLst/>
          </a:prstGeom>
          <a:solidFill>
            <a:srgbClr val="89B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3910330" y="4381500"/>
            <a:ext cx="79756" cy="40386"/>
          </a:xfrm>
          <a:prstGeom prst="rect">
            <a:avLst/>
          </a:prstGeom>
          <a:solidFill>
            <a:srgbClr val="7CA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3987799" y="4381500"/>
            <a:ext cx="79756" cy="40386"/>
          </a:xfrm>
          <a:prstGeom prst="rect">
            <a:avLst/>
          </a:prstGeom>
          <a:solidFill>
            <a:srgbClr val="6F9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4065270" y="4381500"/>
            <a:ext cx="79756" cy="40386"/>
          </a:xfrm>
          <a:prstGeom prst="rect">
            <a:avLst/>
          </a:prstGeom>
          <a:solidFill>
            <a:srgbClr val="638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4142740" y="4381500"/>
            <a:ext cx="79756" cy="40386"/>
          </a:xfrm>
          <a:prstGeom prst="rect">
            <a:avLst/>
          </a:prstGeom>
          <a:solidFill>
            <a:srgbClr val="4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4220209" y="4381500"/>
            <a:ext cx="79756" cy="40386"/>
          </a:xfrm>
          <a:prstGeom prst="rect">
            <a:avLst/>
          </a:prstGeom>
          <a:solidFill>
            <a:srgbClr val="36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4297680" y="4381500"/>
            <a:ext cx="79756" cy="40386"/>
          </a:xfrm>
          <a:prstGeom prst="rect">
            <a:avLst/>
          </a:prstGeom>
          <a:solidFill>
            <a:srgbClr val="27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4375150" y="4381500"/>
            <a:ext cx="79756" cy="40386"/>
          </a:xfrm>
          <a:prstGeom prst="rect">
            <a:avLst/>
          </a:prstGeom>
          <a:solidFill>
            <a:srgbClr val="496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4452619" y="4381500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4530090" y="4381500"/>
            <a:ext cx="79756" cy="40386"/>
          </a:xfrm>
          <a:prstGeom prst="rect">
            <a:avLst/>
          </a:prstGeom>
          <a:solidFill>
            <a:srgbClr val="78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4607560" y="4381500"/>
            <a:ext cx="79756" cy="40386"/>
          </a:xfrm>
          <a:prstGeom prst="rect">
            <a:avLst/>
          </a:prstGeom>
          <a:solidFill>
            <a:srgbClr val="709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4685030" y="4381500"/>
            <a:ext cx="79756" cy="40386"/>
          </a:xfrm>
          <a:prstGeom prst="rect">
            <a:avLst/>
          </a:prstGeom>
          <a:solidFill>
            <a:srgbClr val="65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4762500" y="4381500"/>
            <a:ext cx="79756" cy="40386"/>
          </a:xfrm>
          <a:prstGeom prst="rect">
            <a:avLst/>
          </a:prstGeom>
          <a:solidFill>
            <a:srgbClr val="4E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4839970" y="4381500"/>
            <a:ext cx="79756" cy="40386"/>
          </a:xfrm>
          <a:prstGeom prst="rect">
            <a:avLst/>
          </a:prstGeom>
          <a:solidFill>
            <a:srgbClr val="26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4917440" y="4381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4994910" y="4381500"/>
            <a:ext cx="79756" cy="40386"/>
          </a:xfrm>
          <a:prstGeom prst="rect">
            <a:avLst/>
          </a:prstGeom>
          <a:solidFill>
            <a:srgbClr val="22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5072379" y="4381500"/>
            <a:ext cx="79756" cy="40386"/>
          </a:xfrm>
          <a:prstGeom prst="rect">
            <a:avLst/>
          </a:prstGeom>
          <a:solidFill>
            <a:srgbClr val="304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5149850" y="4381500"/>
            <a:ext cx="79756" cy="40386"/>
          </a:xfrm>
          <a:prstGeom prst="rect">
            <a:avLst/>
          </a:prstGeom>
          <a:solidFill>
            <a:srgbClr val="314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579120" y="4343400"/>
            <a:ext cx="79756" cy="40386"/>
          </a:xfrm>
          <a:prstGeom prst="rect">
            <a:avLst/>
          </a:prstGeom>
          <a:solidFill>
            <a:srgbClr val="43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656590" y="4343400"/>
            <a:ext cx="79756" cy="40386"/>
          </a:xfrm>
          <a:prstGeom prst="rect">
            <a:avLst/>
          </a:prstGeom>
          <a:solidFill>
            <a:srgbClr val="5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734059" y="4343400"/>
            <a:ext cx="79756" cy="40386"/>
          </a:xfrm>
          <a:prstGeom prst="rect">
            <a:avLst/>
          </a:prstGeom>
          <a:solidFill>
            <a:srgbClr val="5C7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811530" y="4343400"/>
            <a:ext cx="79756" cy="40386"/>
          </a:xfrm>
          <a:prstGeom prst="rect">
            <a:avLst/>
          </a:prstGeom>
          <a:solidFill>
            <a:srgbClr val="587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888999" y="4343400"/>
            <a:ext cx="79756" cy="40386"/>
          </a:xfrm>
          <a:prstGeom prst="rect">
            <a:avLst/>
          </a:prstGeom>
          <a:solidFill>
            <a:srgbClr val="36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966470" y="4343400"/>
            <a:ext cx="79756" cy="40386"/>
          </a:xfrm>
          <a:prstGeom prst="rect">
            <a:avLst/>
          </a:prstGeom>
          <a:solidFill>
            <a:srgbClr val="27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1043940" y="4343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1121410" y="4343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1198879" y="4343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1276350" y="4343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1353820" y="4343400"/>
            <a:ext cx="79756" cy="40386"/>
          </a:xfrm>
          <a:prstGeom prst="rect">
            <a:avLst/>
          </a:prstGeom>
          <a:solidFill>
            <a:srgbClr val="1D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1431289" y="4343400"/>
            <a:ext cx="79756" cy="40386"/>
          </a:xfrm>
          <a:prstGeom prst="rect">
            <a:avLst/>
          </a:prstGeom>
          <a:solidFill>
            <a:srgbClr val="384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1508760" y="4343400"/>
            <a:ext cx="79756" cy="40386"/>
          </a:xfrm>
          <a:prstGeom prst="rect">
            <a:avLst/>
          </a:prstGeom>
          <a:solidFill>
            <a:srgbClr val="6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1586229" y="4343400"/>
            <a:ext cx="79756" cy="40386"/>
          </a:xfrm>
          <a:prstGeom prst="rect">
            <a:avLst/>
          </a:prstGeom>
          <a:solidFill>
            <a:srgbClr val="7D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1663700" y="4343400"/>
            <a:ext cx="79756" cy="40386"/>
          </a:xfrm>
          <a:prstGeom prst="rect">
            <a:avLst/>
          </a:prstGeom>
          <a:solidFill>
            <a:srgbClr val="86A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1741170" y="4343400"/>
            <a:ext cx="79756" cy="40386"/>
          </a:xfrm>
          <a:prstGeom prst="rect">
            <a:avLst/>
          </a:prstGeom>
          <a:solidFill>
            <a:srgbClr val="8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1818639" y="4343400"/>
            <a:ext cx="79756" cy="40386"/>
          </a:xfrm>
          <a:prstGeom prst="rect">
            <a:avLst/>
          </a:prstGeom>
          <a:solidFill>
            <a:srgbClr val="92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1896110" y="4343400"/>
            <a:ext cx="79756" cy="40386"/>
          </a:xfrm>
          <a:prstGeom prst="rect">
            <a:avLst/>
          </a:prstGeom>
          <a:solidFill>
            <a:srgbClr val="7AA1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1973580" y="4343400"/>
            <a:ext cx="79756" cy="40386"/>
          </a:xfrm>
          <a:prstGeom prst="rect">
            <a:avLst/>
          </a:prstGeom>
          <a:solidFill>
            <a:srgbClr val="54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2051049" y="4343400"/>
            <a:ext cx="79756" cy="40386"/>
          </a:xfrm>
          <a:prstGeom prst="rect">
            <a:avLst/>
          </a:prstGeom>
          <a:solidFill>
            <a:srgbClr val="7BA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2128520" y="4343400"/>
            <a:ext cx="79756" cy="40386"/>
          </a:xfrm>
          <a:prstGeom prst="rect">
            <a:avLst/>
          </a:prstGeom>
          <a:solidFill>
            <a:srgbClr val="769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2205990" y="4343400"/>
            <a:ext cx="79756" cy="40386"/>
          </a:xfrm>
          <a:prstGeom prst="rect">
            <a:avLst/>
          </a:prstGeom>
          <a:solidFill>
            <a:srgbClr val="6F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2283459" y="4343400"/>
            <a:ext cx="79756" cy="40386"/>
          </a:xfrm>
          <a:prstGeom prst="rect">
            <a:avLst/>
          </a:prstGeom>
          <a:solidFill>
            <a:srgbClr val="6E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2360930" y="4343400"/>
            <a:ext cx="79756" cy="40386"/>
          </a:xfrm>
          <a:prstGeom prst="rect">
            <a:avLst/>
          </a:prstGeom>
          <a:solidFill>
            <a:srgbClr val="799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2438400" y="4343400"/>
            <a:ext cx="79756" cy="40386"/>
          </a:xfrm>
          <a:prstGeom prst="rect">
            <a:avLst/>
          </a:prstGeom>
          <a:solidFill>
            <a:srgbClr val="83A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2515870" y="4343400"/>
            <a:ext cx="79756" cy="40386"/>
          </a:xfrm>
          <a:prstGeom prst="rect">
            <a:avLst/>
          </a:prstGeom>
          <a:solidFill>
            <a:srgbClr val="8CB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2593339" y="4343400"/>
            <a:ext cx="79756" cy="40386"/>
          </a:xfrm>
          <a:prstGeom prst="rect">
            <a:avLst/>
          </a:prstGeom>
          <a:solidFill>
            <a:srgbClr val="96C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2670810" y="4343400"/>
            <a:ext cx="79756" cy="40386"/>
          </a:xfrm>
          <a:prstGeom prst="rect">
            <a:avLst/>
          </a:prstGeom>
          <a:solidFill>
            <a:srgbClr val="96C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2748280" y="4343400"/>
            <a:ext cx="79756" cy="40386"/>
          </a:xfrm>
          <a:prstGeom prst="rect">
            <a:avLst/>
          </a:prstGeom>
          <a:solidFill>
            <a:srgbClr val="96C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2825750" y="4343400"/>
            <a:ext cx="79756" cy="40386"/>
          </a:xfrm>
          <a:prstGeom prst="rect">
            <a:avLst/>
          </a:prstGeom>
          <a:solidFill>
            <a:srgbClr val="90B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2903220" y="4343400"/>
            <a:ext cx="79756" cy="40386"/>
          </a:xfrm>
          <a:prstGeom prst="rect">
            <a:avLst/>
          </a:prstGeom>
          <a:solidFill>
            <a:srgbClr val="83A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2980690" y="4343400"/>
            <a:ext cx="79756" cy="40386"/>
          </a:xfrm>
          <a:prstGeom prst="rect">
            <a:avLst/>
          </a:prstGeom>
          <a:solidFill>
            <a:srgbClr val="4E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3058159" y="4343400"/>
            <a:ext cx="79756" cy="40386"/>
          </a:xfrm>
          <a:prstGeom prst="rect">
            <a:avLst/>
          </a:prstGeom>
          <a:solidFill>
            <a:srgbClr val="688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3135630" y="4343400"/>
            <a:ext cx="79756" cy="40386"/>
          </a:xfrm>
          <a:prstGeom prst="rect">
            <a:avLst/>
          </a:prstGeom>
          <a:solidFill>
            <a:srgbClr val="759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3213100" y="4343400"/>
            <a:ext cx="79756" cy="40386"/>
          </a:xfrm>
          <a:prstGeom prst="rect">
            <a:avLst/>
          </a:prstGeom>
          <a:solidFill>
            <a:srgbClr val="7BA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3290570" y="4343400"/>
            <a:ext cx="79756" cy="40386"/>
          </a:xfrm>
          <a:prstGeom prst="rect">
            <a:avLst/>
          </a:prstGeom>
          <a:solidFill>
            <a:srgbClr val="88B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3368040" y="4343400"/>
            <a:ext cx="79756" cy="40386"/>
          </a:xfrm>
          <a:prstGeom prst="rect">
            <a:avLst/>
          </a:prstGeom>
          <a:solidFill>
            <a:srgbClr val="92B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3445510" y="4343400"/>
            <a:ext cx="79756" cy="40386"/>
          </a:xfrm>
          <a:prstGeom prst="rect">
            <a:avLst/>
          </a:prstGeom>
          <a:solidFill>
            <a:srgbClr val="84A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3522979" y="4343400"/>
            <a:ext cx="79756" cy="40386"/>
          </a:xfrm>
          <a:prstGeom prst="rect">
            <a:avLst/>
          </a:prstGeom>
          <a:solidFill>
            <a:srgbClr val="59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3600450" y="4343400"/>
            <a:ext cx="79756" cy="40386"/>
          </a:xfrm>
          <a:prstGeom prst="rect">
            <a:avLst/>
          </a:prstGeom>
          <a:solidFill>
            <a:srgbClr val="42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3677920" y="4343400"/>
            <a:ext cx="79756" cy="40386"/>
          </a:xfrm>
          <a:prstGeom prst="rect">
            <a:avLst/>
          </a:prstGeom>
          <a:solidFill>
            <a:srgbClr val="26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3755390" y="4343400"/>
            <a:ext cx="79756" cy="40386"/>
          </a:xfrm>
          <a:prstGeom prst="rect">
            <a:avLst/>
          </a:prstGeom>
          <a:solidFill>
            <a:srgbClr val="223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3832860" y="4343400"/>
            <a:ext cx="79756" cy="40386"/>
          </a:xfrm>
          <a:prstGeom prst="rect">
            <a:avLst/>
          </a:prstGeom>
          <a:solidFill>
            <a:srgbClr val="1C2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3910330" y="4343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3987799" y="4343400"/>
            <a:ext cx="79756" cy="40386"/>
          </a:xfrm>
          <a:prstGeom prst="rect">
            <a:avLst/>
          </a:prstGeom>
          <a:solidFill>
            <a:srgbClr val="263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4065270" y="4343400"/>
            <a:ext cx="79756" cy="40386"/>
          </a:xfrm>
          <a:prstGeom prst="rect">
            <a:avLst/>
          </a:prstGeom>
          <a:solidFill>
            <a:srgbClr val="41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4142740" y="4343400"/>
            <a:ext cx="79756" cy="40386"/>
          </a:xfrm>
          <a:prstGeom prst="rect">
            <a:avLst/>
          </a:prstGeom>
          <a:solidFill>
            <a:srgbClr val="6C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4220209" y="4343400"/>
            <a:ext cx="79756" cy="40386"/>
          </a:xfrm>
          <a:prstGeom prst="rect">
            <a:avLst/>
          </a:prstGeom>
          <a:solidFill>
            <a:srgbClr val="7AA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4297680" y="4343400"/>
            <a:ext cx="79756" cy="40386"/>
          </a:xfrm>
          <a:prstGeom prst="rect">
            <a:avLst/>
          </a:prstGeom>
          <a:solidFill>
            <a:srgbClr val="7DA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4375150" y="4343400"/>
            <a:ext cx="79756" cy="40386"/>
          </a:xfrm>
          <a:prstGeom prst="rect">
            <a:avLst/>
          </a:prstGeom>
          <a:solidFill>
            <a:srgbClr val="81A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4452619" y="4343400"/>
            <a:ext cx="79756" cy="40386"/>
          </a:xfrm>
          <a:prstGeom prst="rect">
            <a:avLst/>
          </a:prstGeom>
          <a:solidFill>
            <a:srgbClr val="80A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4530090" y="4343400"/>
            <a:ext cx="79756" cy="40386"/>
          </a:xfrm>
          <a:prstGeom prst="rect">
            <a:avLst/>
          </a:prstGeom>
          <a:solidFill>
            <a:srgbClr val="5F7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4607560" y="4343400"/>
            <a:ext cx="79756" cy="40386"/>
          </a:xfrm>
          <a:prstGeom prst="rect">
            <a:avLst/>
          </a:prstGeom>
          <a:solidFill>
            <a:srgbClr val="3E5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4685030" y="4343400"/>
            <a:ext cx="79756" cy="40386"/>
          </a:xfrm>
          <a:prstGeom prst="rect">
            <a:avLst/>
          </a:prstGeom>
          <a:solidFill>
            <a:srgbClr val="5D7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4762500" y="4343400"/>
            <a:ext cx="79756" cy="40386"/>
          </a:xfrm>
          <a:prstGeom prst="rect">
            <a:avLst/>
          </a:prstGeom>
          <a:solidFill>
            <a:srgbClr val="52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4839970" y="4343400"/>
            <a:ext cx="79756" cy="40386"/>
          </a:xfrm>
          <a:prstGeom prst="rect">
            <a:avLst/>
          </a:prstGeom>
          <a:solidFill>
            <a:srgbClr val="476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4917440" y="4343400"/>
            <a:ext cx="79756" cy="40386"/>
          </a:xfrm>
          <a:prstGeom prst="rect">
            <a:avLst/>
          </a:prstGeom>
          <a:solidFill>
            <a:srgbClr val="44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4994910" y="4343400"/>
            <a:ext cx="79756" cy="40386"/>
          </a:xfrm>
          <a:prstGeom prst="rect">
            <a:avLst/>
          </a:prstGeom>
          <a:solidFill>
            <a:srgbClr val="496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5072379" y="4343400"/>
            <a:ext cx="79756" cy="40386"/>
          </a:xfrm>
          <a:prstGeom prst="rect">
            <a:avLst/>
          </a:prstGeom>
          <a:solidFill>
            <a:srgbClr val="4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5149850" y="4343400"/>
            <a:ext cx="79756" cy="40386"/>
          </a:xfrm>
          <a:prstGeom prst="rect">
            <a:avLst/>
          </a:prstGeom>
          <a:solidFill>
            <a:srgbClr val="557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579120" y="4305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656590" y="4305300"/>
            <a:ext cx="79756" cy="40386"/>
          </a:xfrm>
          <a:prstGeom prst="rect">
            <a:avLst/>
          </a:prstGeom>
          <a:solidFill>
            <a:srgbClr val="243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734059" y="4305300"/>
            <a:ext cx="79756" cy="40386"/>
          </a:xfrm>
          <a:prstGeom prst="rect">
            <a:avLst/>
          </a:prstGeom>
          <a:solidFill>
            <a:srgbClr val="4D6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811530" y="4305300"/>
            <a:ext cx="79756" cy="40386"/>
          </a:xfrm>
          <a:prstGeom prst="rect">
            <a:avLst/>
          </a:prstGeom>
          <a:solidFill>
            <a:srgbClr val="668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888999" y="4305300"/>
            <a:ext cx="79756" cy="40386"/>
          </a:xfrm>
          <a:prstGeom prst="rect">
            <a:avLst/>
          </a:prstGeom>
          <a:solidFill>
            <a:srgbClr val="6D9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966470" y="4305300"/>
            <a:ext cx="79756" cy="40386"/>
          </a:xfrm>
          <a:prstGeom prst="rect">
            <a:avLst/>
          </a:prstGeom>
          <a:solidFill>
            <a:srgbClr val="6E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1043940" y="4305300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1121410" y="4305300"/>
            <a:ext cx="79756" cy="40386"/>
          </a:xfrm>
          <a:prstGeom prst="rect">
            <a:avLst/>
          </a:prstGeom>
          <a:solidFill>
            <a:srgbClr val="709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1198879" y="4305300"/>
            <a:ext cx="79756" cy="40386"/>
          </a:xfrm>
          <a:prstGeom prst="rect">
            <a:avLst/>
          </a:prstGeom>
          <a:solidFill>
            <a:srgbClr val="6B8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1276350" y="4305300"/>
            <a:ext cx="79756" cy="40386"/>
          </a:xfrm>
          <a:prstGeom prst="rect">
            <a:avLst/>
          </a:prstGeom>
          <a:solidFill>
            <a:srgbClr val="648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1353820" y="4305300"/>
            <a:ext cx="79756" cy="40386"/>
          </a:xfrm>
          <a:prstGeom prst="rect">
            <a:avLst/>
          </a:prstGeom>
          <a:solidFill>
            <a:srgbClr val="5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1431289" y="4305300"/>
            <a:ext cx="79756" cy="40386"/>
          </a:xfrm>
          <a:prstGeom prst="rect">
            <a:avLst/>
          </a:prstGeom>
          <a:solidFill>
            <a:srgbClr val="638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1508760" y="4305300"/>
            <a:ext cx="79756" cy="40386"/>
          </a:xfrm>
          <a:prstGeom prst="rect">
            <a:avLst/>
          </a:prstGeom>
          <a:solidFill>
            <a:srgbClr val="709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1586229" y="4305300"/>
            <a:ext cx="79756" cy="40386"/>
          </a:xfrm>
          <a:prstGeom prst="rect">
            <a:avLst/>
          </a:prstGeom>
          <a:solidFill>
            <a:srgbClr val="668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1663700" y="4305300"/>
            <a:ext cx="79756" cy="40386"/>
          </a:xfrm>
          <a:prstGeom prst="rect">
            <a:avLst/>
          </a:prstGeom>
          <a:solidFill>
            <a:srgbClr val="44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1741170" y="4305300"/>
            <a:ext cx="79756" cy="40386"/>
          </a:xfrm>
          <a:prstGeom prst="rect">
            <a:avLst/>
          </a:prstGeom>
          <a:solidFill>
            <a:srgbClr val="3E5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1818639" y="43053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1896110" y="4305300"/>
            <a:ext cx="79756" cy="40386"/>
          </a:xfrm>
          <a:prstGeom prst="rect">
            <a:avLst/>
          </a:prstGeom>
          <a:solidFill>
            <a:srgbClr val="8AB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1973580" y="4305300"/>
            <a:ext cx="79756" cy="40386"/>
          </a:xfrm>
          <a:prstGeom prst="rect">
            <a:avLst/>
          </a:prstGeom>
          <a:solidFill>
            <a:srgbClr val="88B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2051049" y="4305300"/>
            <a:ext cx="79756" cy="40386"/>
          </a:xfrm>
          <a:prstGeom prst="rect">
            <a:avLst/>
          </a:prstGeom>
          <a:solidFill>
            <a:srgbClr val="80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2128520" y="4305300"/>
            <a:ext cx="79756" cy="40386"/>
          </a:xfrm>
          <a:prstGeom prst="rect">
            <a:avLst/>
          </a:prstGeom>
          <a:solidFill>
            <a:srgbClr val="54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2205990" y="4305300"/>
            <a:ext cx="79756" cy="40386"/>
          </a:xfrm>
          <a:prstGeom prst="rect">
            <a:avLst/>
          </a:prstGeom>
          <a:solidFill>
            <a:srgbClr val="354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2283459" y="4305300"/>
            <a:ext cx="79756" cy="40386"/>
          </a:xfrm>
          <a:prstGeom prst="rect">
            <a:avLst/>
          </a:prstGeom>
          <a:solidFill>
            <a:srgbClr val="5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2360930" y="43053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2438400" y="4305300"/>
            <a:ext cx="79756" cy="40386"/>
          </a:xfrm>
          <a:prstGeom prst="rect">
            <a:avLst/>
          </a:prstGeom>
          <a:solidFill>
            <a:srgbClr val="82A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2515870" y="4305300"/>
            <a:ext cx="79756" cy="40386"/>
          </a:xfrm>
          <a:prstGeom prst="rect">
            <a:avLst/>
          </a:prstGeom>
          <a:solidFill>
            <a:srgbClr val="8BB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2593339" y="4305300"/>
            <a:ext cx="79756" cy="40386"/>
          </a:xfrm>
          <a:prstGeom prst="rect">
            <a:avLst/>
          </a:prstGeom>
          <a:solidFill>
            <a:srgbClr val="8FB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2670810" y="4305300"/>
            <a:ext cx="79756" cy="40386"/>
          </a:xfrm>
          <a:prstGeom prst="rect">
            <a:avLst/>
          </a:prstGeom>
          <a:solidFill>
            <a:srgbClr val="7DA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2748280" y="4305300"/>
            <a:ext cx="79756" cy="40386"/>
          </a:xfrm>
          <a:prstGeom prst="rect">
            <a:avLst/>
          </a:prstGeom>
          <a:solidFill>
            <a:srgbClr val="55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2825750" y="4305300"/>
            <a:ext cx="79756" cy="40386"/>
          </a:xfrm>
          <a:prstGeom prst="rect">
            <a:avLst/>
          </a:prstGeom>
          <a:solidFill>
            <a:srgbClr val="6E9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2903220" y="4305300"/>
            <a:ext cx="79756" cy="40386"/>
          </a:xfrm>
          <a:prstGeom prst="rect">
            <a:avLst/>
          </a:prstGeom>
          <a:solidFill>
            <a:srgbClr val="8BB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2980690" y="4305300"/>
            <a:ext cx="79756" cy="40386"/>
          </a:xfrm>
          <a:prstGeom prst="rect">
            <a:avLst/>
          </a:prstGeom>
          <a:solidFill>
            <a:srgbClr val="80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3058159" y="4305300"/>
            <a:ext cx="79756" cy="40386"/>
          </a:xfrm>
          <a:prstGeom prst="rect">
            <a:avLst/>
          </a:prstGeom>
          <a:solidFill>
            <a:srgbClr val="759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3135630" y="4305300"/>
            <a:ext cx="79756" cy="40386"/>
          </a:xfrm>
          <a:prstGeom prst="rect">
            <a:avLst/>
          </a:prstGeom>
          <a:solidFill>
            <a:srgbClr val="50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3213100" y="4305300"/>
            <a:ext cx="79756" cy="40386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3290570" y="4305300"/>
            <a:ext cx="79756" cy="40386"/>
          </a:xfrm>
          <a:prstGeom prst="rect">
            <a:avLst/>
          </a:prstGeom>
          <a:solidFill>
            <a:srgbClr val="53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3368040" y="4305300"/>
            <a:ext cx="79756" cy="40386"/>
          </a:xfrm>
          <a:prstGeom prst="rect">
            <a:avLst/>
          </a:prstGeom>
          <a:solidFill>
            <a:srgbClr val="83A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3445510" y="4305300"/>
            <a:ext cx="79756" cy="40386"/>
          </a:xfrm>
          <a:prstGeom prst="rect">
            <a:avLst/>
          </a:prstGeom>
          <a:solidFill>
            <a:srgbClr val="98C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3522979" y="4305300"/>
            <a:ext cx="79756" cy="40386"/>
          </a:xfrm>
          <a:prstGeom prst="rect">
            <a:avLst/>
          </a:prstGeom>
          <a:solidFill>
            <a:srgbClr val="9BC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3600450" y="4305300"/>
            <a:ext cx="79756" cy="40386"/>
          </a:xfrm>
          <a:prstGeom prst="rect">
            <a:avLst/>
          </a:prstGeom>
          <a:solidFill>
            <a:srgbClr val="97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3677920" y="4305300"/>
            <a:ext cx="79756" cy="40386"/>
          </a:xfrm>
          <a:prstGeom prst="rect">
            <a:avLst/>
          </a:prstGeom>
          <a:solidFill>
            <a:srgbClr val="95C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3755390" y="4305300"/>
            <a:ext cx="79756" cy="40386"/>
          </a:xfrm>
          <a:prstGeom prst="rect">
            <a:avLst/>
          </a:prstGeom>
          <a:solidFill>
            <a:srgbClr val="8CB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3832860" y="4305300"/>
            <a:ext cx="79756" cy="40386"/>
          </a:xfrm>
          <a:prstGeom prst="rect">
            <a:avLst/>
          </a:prstGeom>
          <a:solidFill>
            <a:srgbClr val="81A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3910330" y="43053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3987799" y="4305300"/>
            <a:ext cx="79756" cy="40386"/>
          </a:xfrm>
          <a:prstGeom prst="rect">
            <a:avLst/>
          </a:prstGeom>
          <a:solidFill>
            <a:srgbClr val="678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4065270" y="4305300"/>
            <a:ext cx="79756" cy="40386"/>
          </a:xfrm>
          <a:prstGeom prst="rect">
            <a:avLst/>
          </a:prstGeom>
          <a:solidFill>
            <a:srgbClr val="6A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4142740" y="4305300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4220209" y="4305300"/>
            <a:ext cx="79756" cy="40386"/>
          </a:xfrm>
          <a:prstGeom prst="rect">
            <a:avLst/>
          </a:prstGeom>
          <a:solidFill>
            <a:srgbClr val="6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4297680" y="4305300"/>
            <a:ext cx="79756" cy="40386"/>
          </a:xfrm>
          <a:prstGeom prst="rect">
            <a:avLst/>
          </a:prstGeom>
          <a:solidFill>
            <a:srgbClr val="3B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4375150" y="4305300"/>
            <a:ext cx="79756" cy="40386"/>
          </a:xfrm>
          <a:prstGeom prst="rect">
            <a:avLst/>
          </a:prstGeom>
          <a:solidFill>
            <a:srgbClr val="374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4452619" y="4305300"/>
            <a:ext cx="79756" cy="40386"/>
          </a:xfrm>
          <a:prstGeom prst="rect">
            <a:avLst/>
          </a:prstGeom>
          <a:solidFill>
            <a:srgbClr val="68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4530090" y="4305300"/>
            <a:ext cx="79756" cy="40386"/>
          </a:xfrm>
          <a:prstGeom prst="rect">
            <a:avLst/>
          </a:prstGeom>
          <a:solidFill>
            <a:srgbClr val="709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4607560" y="4305300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4685030" y="4305300"/>
            <a:ext cx="79756" cy="40386"/>
          </a:xfrm>
          <a:prstGeom prst="rect">
            <a:avLst/>
          </a:prstGeom>
          <a:solidFill>
            <a:srgbClr val="5C7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4762500" y="4305300"/>
            <a:ext cx="79756" cy="40386"/>
          </a:xfrm>
          <a:prstGeom prst="rect">
            <a:avLst/>
          </a:prstGeom>
          <a:solidFill>
            <a:srgbClr val="304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4839970" y="4305300"/>
            <a:ext cx="79756" cy="40386"/>
          </a:xfrm>
          <a:prstGeom prst="rect">
            <a:avLst/>
          </a:prstGeom>
          <a:solidFill>
            <a:srgbClr val="1C2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4917440" y="4305300"/>
            <a:ext cx="79756" cy="40386"/>
          </a:xfrm>
          <a:prstGeom prst="rect">
            <a:avLst/>
          </a:prstGeom>
          <a:solidFill>
            <a:srgbClr val="36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4994910" y="4305300"/>
            <a:ext cx="79756" cy="40386"/>
          </a:xfrm>
          <a:prstGeom prst="rect">
            <a:avLst/>
          </a:prstGeom>
          <a:solidFill>
            <a:srgbClr val="45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5072379" y="4305300"/>
            <a:ext cx="79756" cy="40386"/>
          </a:xfrm>
          <a:prstGeom prst="rect">
            <a:avLst/>
          </a:prstGeom>
          <a:solidFill>
            <a:srgbClr val="4E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5149850" y="4305300"/>
            <a:ext cx="79756" cy="40386"/>
          </a:xfrm>
          <a:prstGeom prst="rect">
            <a:avLst/>
          </a:prstGeom>
          <a:solidFill>
            <a:srgbClr val="53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579120" y="4267200"/>
            <a:ext cx="79756" cy="40386"/>
          </a:xfrm>
          <a:prstGeom prst="rect">
            <a:avLst/>
          </a:prstGeom>
          <a:solidFill>
            <a:srgbClr val="405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656590" y="4267200"/>
            <a:ext cx="79756" cy="40386"/>
          </a:xfrm>
          <a:prstGeom prst="rect">
            <a:avLst/>
          </a:prstGeom>
          <a:solidFill>
            <a:srgbClr val="45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734059" y="4267200"/>
            <a:ext cx="79756" cy="40386"/>
          </a:xfrm>
          <a:prstGeom prst="rect">
            <a:avLst/>
          </a:prstGeom>
          <a:solidFill>
            <a:srgbClr val="27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811530" y="4267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888999" y="4267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966470" y="4267200"/>
            <a:ext cx="79756" cy="40386"/>
          </a:xfrm>
          <a:prstGeom prst="rect">
            <a:avLst/>
          </a:prstGeom>
          <a:solidFill>
            <a:srgbClr val="28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1043940" y="4267200"/>
            <a:ext cx="79756" cy="40386"/>
          </a:xfrm>
          <a:prstGeom prst="rect">
            <a:avLst/>
          </a:prstGeom>
          <a:solidFill>
            <a:srgbClr val="29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1121410" y="4267200"/>
            <a:ext cx="79756" cy="40386"/>
          </a:xfrm>
          <a:prstGeom prst="rect">
            <a:avLst/>
          </a:prstGeom>
          <a:solidFill>
            <a:srgbClr val="354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Rectangle 673"/>
          <p:cNvSpPr/>
          <p:nvPr/>
        </p:nvSpPr>
        <p:spPr>
          <a:xfrm>
            <a:off x="1198879" y="4267200"/>
            <a:ext cx="79756" cy="40386"/>
          </a:xfrm>
          <a:prstGeom prst="rect">
            <a:avLst/>
          </a:prstGeom>
          <a:solidFill>
            <a:srgbClr val="334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1276350" y="4267200"/>
            <a:ext cx="79756" cy="40386"/>
          </a:xfrm>
          <a:prstGeom prst="rect">
            <a:avLst/>
          </a:prstGeom>
          <a:solidFill>
            <a:srgbClr val="26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1353820" y="4267200"/>
            <a:ext cx="79756" cy="40386"/>
          </a:xfrm>
          <a:prstGeom prst="rect">
            <a:avLst/>
          </a:prstGeom>
          <a:solidFill>
            <a:srgbClr val="1D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Rectangle 676"/>
          <p:cNvSpPr/>
          <p:nvPr/>
        </p:nvSpPr>
        <p:spPr>
          <a:xfrm>
            <a:off x="1431289" y="4267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1508760" y="4267200"/>
            <a:ext cx="79756" cy="40386"/>
          </a:xfrm>
          <a:prstGeom prst="rect">
            <a:avLst/>
          </a:prstGeom>
          <a:solidFill>
            <a:srgbClr val="2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Rectangle 678"/>
          <p:cNvSpPr/>
          <p:nvPr/>
        </p:nvSpPr>
        <p:spPr>
          <a:xfrm>
            <a:off x="1586229" y="4267200"/>
            <a:ext cx="79756" cy="40386"/>
          </a:xfrm>
          <a:prstGeom prst="rect">
            <a:avLst/>
          </a:prstGeom>
          <a:solidFill>
            <a:srgbClr val="4B6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1663700" y="4267200"/>
            <a:ext cx="79756" cy="40386"/>
          </a:xfrm>
          <a:prstGeom prst="rect">
            <a:avLst/>
          </a:prstGeom>
          <a:solidFill>
            <a:srgbClr val="7DA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Rectangle 680"/>
          <p:cNvSpPr/>
          <p:nvPr/>
        </p:nvSpPr>
        <p:spPr>
          <a:xfrm>
            <a:off x="1741170" y="4267200"/>
            <a:ext cx="79756" cy="40386"/>
          </a:xfrm>
          <a:prstGeom prst="rect">
            <a:avLst/>
          </a:prstGeom>
          <a:solidFill>
            <a:srgbClr val="88B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Rectangle 681"/>
          <p:cNvSpPr/>
          <p:nvPr/>
        </p:nvSpPr>
        <p:spPr>
          <a:xfrm>
            <a:off x="1818639" y="4267200"/>
            <a:ext cx="79756" cy="40386"/>
          </a:xfrm>
          <a:prstGeom prst="rect">
            <a:avLst/>
          </a:prstGeom>
          <a:solidFill>
            <a:srgbClr val="8AB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1896110" y="42672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1973580" y="4267200"/>
            <a:ext cx="79756" cy="40386"/>
          </a:xfrm>
          <a:prstGeom prst="rect">
            <a:avLst/>
          </a:prstGeom>
          <a:solidFill>
            <a:srgbClr val="3F5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Rectangle 684"/>
          <p:cNvSpPr/>
          <p:nvPr/>
        </p:nvSpPr>
        <p:spPr>
          <a:xfrm>
            <a:off x="2051049" y="4267200"/>
            <a:ext cx="79756" cy="40386"/>
          </a:xfrm>
          <a:prstGeom prst="rect">
            <a:avLst/>
          </a:prstGeom>
          <a:solidFill>
            <a:srgbClr val="6E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Rectangle 685"/>
          <p:cNvSpPr/>
          <p:nvPr/>
        </p:nvSpPr>
        <p:spPr>
          <a:xfrm>
            <a:off x="2128520" y="4267200"/>
            <a:ext cx="79756" cy="40386"/>
          </a:xfrm>
          <a:prstGeom prst="rect">
            <a:avLst/>
          </a:prstGeom>
          <a:solidFill>
            <a:srgbClr val="719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2205990" y="4267200"/>
            <a:ext cx="79756" cy="40386"/>
          </a:xfrm>
          <a:prstGeom prst="rect">
            <a:avLst/>
          </a:prstGeom>
          <a:solidFill>
            <a:srgbClr val="6B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Rectangle 687"/>
          <p:cNvSpPr/>
          <p:nvPr/>
        </p:nvSpPr>
        <p:spPr>
          <a:xfrm>
            <a:off x="2283459" y="4267200"/>
            <a:ext cx="79756" cy="40386"/>
          </a:xfrm>
          <a:prstGeom prst="rect">
            <a:avLst/>
          </a:prstGeom>
          <a:solidFill>
            <a:srgbClr val="6B8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Rectangle 688"/>
          <p:cNvSpPr/>
          <p:nvPr/>
        </p:nvSpPr>
        <p:spPr>
          <a:xfrm>
            <a:off x="2360930" y="4267200"/>
            <a:ext cx="79756" cy="40386"/>
          </a:xfrm>
          <a:prstGeom prst="rect">
            <a:avLst/>
          </a:prstGeom>
          <a:solidFill>
            <a:srgbClr val="6D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2438400" y="4267200"/>
            <a:ext cx="79756" cy="40386"/>
          </a:xfrm>
          <a:prstGeom prst="rect">
            <a:avLst/>
          </a:prstGeom>
          <a:solidFill>
            <a:srgbClr val="6F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2515870" y="4267200"/>
            <a:ext cx="79756" cy="40386"/>
          </a:xfrm>
          <a:prstGeom prst="rect">
            <a:avLst/>
          </a:prstGeom>
          <a:solidFill>
            <a:srgbClr val="7A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2593339" y="4267200"/>
            <a:ext cx="79756" cy="40386"/>
          </a:xfrm>
          <a:prstGeom prst="rect">
            <a:avLst/>
          </a:prstGeom>
          <a:solidFill>
            <a:srgbClr val="8CB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2670810" y="4267200"/>
            <a:ext cx="79756" cy="40386"/>
          </a:xfrm>
          <a:prstGeom prst="rect">
            <a:avLst/>
          </a:prstGeom>
          <a:solidFill>
            <a:srgbClr val="94C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2748280" y="4267200"/>
            <a:ext cx="79756" cy="40386"/>
          </a:xfrm>
          <a:prstGeom prst="rect">
            <a:avLst/>
          </a:prstGeom>
          <a:solidFill>
            <a:srgbClr val="92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2825750" y="4267200"/>
            <a:ext cx="79756" cy="40386"/>
          </a:xfrm>
          <a:prstGeom prst="rect">
            <a:avLst/>
          </a:prstGeom>
          <a:solidFill>
            <a:srgbClr val="8BB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2903220" y="4267200"/>
            <a:ext cx="79756" cy="40386"/>
          </a:xfrm>
          <a:prstGeom prst="rect">
            <a:avLst/>
          </a:prstGeom>
          <a:solidFill>
            <a:srgbClr val="759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2980690" y="4267200"/>
            <a:ext cx="79756" cy="40386"/>
          </a:xfrm>
          <a:prstGeom prst="rect">
            <a:avLst/>
          </a:prstGeom>
          <a:solidFill>
            <a:srgbClr val="3B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3058159" y="4267200"/>
            <a:ext cx="79756" cy="40386"/>
          </a:xfrm>
          <a:prstGeom prst="rect">
            <a:avLst/>
          </a:prstGeom>
          <a:solidFill>
            <a:srgbClr val="638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3135630" y="4267200"/>
            <a:ext cx="79756" cy="40386"/>
          </a:xfrm>
          <a:prstGeom prst="rect">
            <a:avLst/>
          </a:prstGeom>
          <a:solidFill>
            <a:srgbClr val="6D9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3213100" y="4267200"/>
            <a:ext cx="79756" cy="40386"/>
          </a:xfrm>
          <a:prstGeom prst="rect">
            <a:avLst/>
          </a:prstGeom>
          <a:solidFill>
            <a:srgbClr val="759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Rectangle 700"/>
          <p:cNvSpPr/>
          <p:nvPr/>
        </p:nvSpPr>
        <p:spPr>
          <a:xfrm>
            <a:off x="3290570" y="4267200"/>
            <a:ext cx="79756" cy="40386"/>
          </a:xfrm>
          <a:prstGeom prst="rect">
            <a:avLst/>
          </a:prstGeom>
          <a:solidFill>
            <a:srgbClr val="769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3368040" y="4267200"/>
            <a:ext cx="79756" cy="40386"/>
          </a:xfrm>
          <a:prstGeom prst="rect">
            <a:avLst/>
          </a:prstGeom>
          <a:solidFill>
            <a:srgbClr val="4C6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3445510" y="4267200"/>
            <a:ext cx="79756" cy="40386"/>
          </a:xfrm>
          <a:prstGeom prst="rect">
            <a:avLst/>
          </a:prstGeom>
          <a:solidFill>
            <a:srgbClr val="2B3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3522979" y="4267200"/>
            <a:ext cx="79756" cy="40386"/>
          </a:xfrm>
          <a:prstGeom prst="rect">
            <a:avLst/>
          </a:prstGeom>
          <a:solidFill>
            <a:srgbClr val="2F4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3600450" y="4267200"/>
            <a:ext cx="79756" cy="40386"/>
          </a:xfrm>
          <a:prstGeom prst="rect">
            <a:avLst/>
          </a:prstGeom>
          <a:solidFill>
            <a:srgbClr val="43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3677920" y="4267200"/>
            <a:ext cx="79756" cy="40386"/>
          </a:xfrm>
          <a:prstGeom prst="rect">
            <a:avLst/>
          </a:prstGeom>
          <a:solidFill>
            <a:srgbClr val="3D5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3755390" y="4267200"/>
            <a:ext cx="79756" cy="40386"/>
          </a:xfrm>
          <a:prstGeom prst="rect">
            <a:avLst/>
          </a:prstGeom>
          <a:solidFill>
            <a:srgbClr val="4D6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3832860" y="4267200"/>
            <a:ext cx="79756" cy="40386"/>
          </a:xfrm>
          <a:prstGeom prst="rect">
            <a:avLst/>
          </a:prstGeom>
          <a:solidFill>
            <a:srgbClr val="466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Rectangle 708"/>
          <p:cNvSpPr/>
          <p:nvPr/>
        </p:nvSpPr>
        <p:spPr>
          <a:xfrm>
            <a:off x="3910330" y="4267200"/>
            <a:ext cx="79756" cy="40386"/>
          </a:xfrm>
          <a:prstGeom prst="rect">
            <a:avLst/>
          </a:prstGeom>
          <a:solidFill>
            <a:srgbClr val="34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3987799" y="4267200"/>
            <a:ext cx="79756" cy="40386"/>
          </a:xfrm>
          <a:prstGeom prst="rect">
            <a:avLst/>
          </a:prstGeom>
          <a:solidFill>
            <a:srgbClr val="2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4065270" y="4267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4142740" y="4267200"/>
            <a:ext cx="79756" cy="40386"/>
          </a:xfrm>
          <a:prstGeom prst="rect">
            <a:avLst/>
          </a:prstGeom>
          <a:solidFill>
            <a:srgbClr val="233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4220209" y="4267200"/>
            <a:ext cx="79756" cy="40386"/>
          </a:xfrm>
          <a:prstGeom prst="rect">
            <a:avLst/>
          </a:prstGeom>
          <a:solidFill>
            <a:srgbClr val="4E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4297680" y="4267200"/>
            <a:ext cx="79756" cy="40386"/>
          </a:xfrm>
          <a:prstGeom prst="rect">
            <a:avLst/>
          </a:prstGeom>
          <a:solidFill>
            <a:srgbClr val="789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4375150" y="4267200"/>
            <a:ext cx="79756" cy="40386"/>
          </a:xfrm>
          <a:prstGeom prst="rect">
            <a:avLst/>
          </a:prstGeom>
          <a:solidFill>
            <a:srgbClr val="7AA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4452619" y="4267200"/>
            <a:ext cx="79756" cy="40386"/>
          </a:xfrm>
          <a:prstGeom prst="rect">
            <a:avLst/>
          </a:prstGeom>
          <a:solidFill>
            <a:srgbClr val="799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Rectangle 716"/>
          <p:cNvSpPr/>
          <p:nvPr/>
        </p:nvSpPr>
        <p:spPr>
          <a:xfrm>
            <a:off x="4530090" y="4267200"/>
            <a:ext cx="79756" cy="40386"/>
          </a:xfrm>
          <a:prstGeom prst="rect">
            <a:avLst/>
          </a:prstGeom>
          <a:solidFill>
            <a:srgbClr val="58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4607560" y="4267200"/>
            <a:ext cx="79756" cy="40386"/>
          </a:xfrm>
          <a:prstGeom prst="rect">
            <a:avLst/>
          </a:prstGeom>
          <a:solidFill>
            <a:srgbClr val="2F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4685030" y="4267200"/>
            <a:ext cx="79756" cy="40386"/>
          </a:xfrm>
          <a:prstGeom prst="rect">
            <a:avLst/>
          </a:prstGeom>
          <a:solidFill>
            <a:srgbClr val="53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4762500" y="4267200"/>
            <a:ext cx="79756" cy="40386"/>
          </a:xfrm>
          <a:prstGeom prst="rect">
            <a:avLst/>
          </a:prstGeom>
          <a:solidFill>
            <a:srgbClr val="4D6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Rectangle 720"/>
          <p:cNvSpPr/>
          <p:nvPr/>
        </p:nvSpPr>
        <p:spPr>
          <a:xfrm>
            <a:off x="4839970" y="4267200"/>
            <a:ext cx="79756" cy="40386"/>
          </a:xfrm>
          <a:prstGeom prst="rect">
            <a:avLst/>
          </a:prstGeom>
          <a:solidFill>
            <a:srgbClr val="43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Rectangle 721"/>
          <p:cNvSpPr/>
          <p:nvPr/>
        </p:nvSpPr>
        <p:spPr>
          <a:xfrm>
            <a:off x="4917440" y="4267200"/>
            <a:ext cx="79756" cy="40386"/>
          </a:xfrm>
          <a:prstGeom prst="rect">
            <a:avLst/>
          </a:prstGeom>
          <a:solidFill>
            <a:srgbClr val="405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4994910" y="4267200"/>
            <a:ext cx="79756" cy="40386"/>
          </a:xfrm>
          <a:prstGeom prst="rect">
            <a:avLst/>
          </a:prstGeom>
          <a:solidFill>
            <a:srgbClr val="3E5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5072379" y="4267200"/>
            <a:ext cx="79756" cy="40386"/>
          </a:xfrm>
          <a:prstGeom prst="rect">
            <a:avLst/>
          </a:prstGeom>
          <a:solidFill>
            <a:srgbClr val="3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Rectangle 724"/>
          <p:cNvSpPr/>
          <p:nvPr/>
        </p:nvSpPr>
        <p:spPr>
          <a:xfrm>
            <a:off x="5149850" y="4267200"/>
            <a:ext cx="79756" cy="40386"/>
          </a:xfrm>
          <a:prstGeom prst="rect">
            <a:avLst/>
          </a:prstGeom>
          <a:solidFill>
            <a:srgbClr val="46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Rectangle 725"/>
          <p:cNvSpPr/>
          <p:nvPr/>
        </p:nvSpPr>
        <p:spPr>
          <a:xfrm>
            <a:off x="579120" y="4229100"/>
            <a:ext cx="79756" cy="40386"/>
          </a:xfrm>
          <a:prstGeom prst="rect">
            <a:avLst/>
          </a:prstGeom>
          <a:solidFill>
            <a:srgbClr val="233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656590" y="4229100"/>
            <a:ext cx="79756" cy="40386"/>
          </a:xfrm>
          <a:prstGeom prst="rect">
            <a:avLst/>
          </a:prstGeom>
          <a:solidFill>
            <a:srgbClr val="4A6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734059" y="4229100"/>
            <a:ext cx="79756" cy="40386"/>
          </a:xfrm>
          <a:prstGeom prst="rect">
            <a:avLst/>
          </a:prstGeom>
          <a:solidFill>
            <a:srgbClr val="577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811530" y="4229100"/>
            <a:ext cx="79756" cy="40386"/>
          </a:xfrm>
          <a:prstGeom prst="rect">
            <a:avLst/>
          </a:prstGeom>
          <a:solidFill>
            <a:srgbClr val="5E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888999" y="4229100"/>
            <a:ext cx="79756" cy="40386"/>
          </a:xfrm>
          <a:prstGeom prst="rect">
            <a:avLst/>
          </a:prstGeom>
          <a:solidFill>
            <a:srgbClr val="638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966470" y="4229100"/>
            <a:ext cx="79756" cy="40386"/>
          </a:xfrm>
          <a:prstGeom prst="rect">
            <a:avLst/>
          </a:prstGeom>
          <a:solidFill>
            <a:srgbClr val="4B6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1043940" y="4229100"/>
            <a:ext cx="79756" cy="40386"/>
          </a:xfrm>
          <a:prstGeom prst="rect">
            <a:avLst/>
          </a:prstGeom>
          <a:solidFill>
            <a:srgbClr val="29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1121410" y="4229100"/>
            <a:ext cx="79756" cy="40386"/>
          </a:xfrm>
          <a:prstGeom prst="rect">
            <a:avLst/>
          </a:prstGeom>
          <a:solidFill>
            <a:srgbClr val="23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ectangle 733"/>
          <p:cNvSpPr/>
          <p:nvPr/>
        </p:nvSpPr>
        <p:spPr>
          <a:xfrm>
            <a:off x="1198879" y="4229100"/>
            <a:ext cx="79756" cy="40386"/>
          </a:xfrm>
          <a:prstGeom prst="rect">
            <a:avLst/>
          </a:prstGeom>
          <a:solidFill>
            <a:srgbClr val="1F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1276350" y="4229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1353820" y="4229100"/>
            <a:ext cx="79756" cy="40386"/>
          </a:xfrm>
          <a:prstGeom prst="rect">
            <a:avLst/>
          </a:prstGeom>
          <a:solidFill>
            <a:srgbClr val="395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1431289" y="42291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ectangle 737"/>
          <p:cNvSpPr/>
          <p:nvPr/>
        </p:nvSpPr>
        <p:spPr>
          <a:xfrm>
            <a:off x="1508760" y="4229100"/>
            <a:ext cx="79756" cy="40386"/>
          </a:xfrm>
          <a:prstGeom prst="rect">
            <a:avLst/>
          </a:prstGeom>
          <a:solidFill>
            <a:srgbClr val="69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Rectangle 738"/>
          <p:cNvSpPr/>
          <p:nvPr/>
        </p:nvSpPr>
        <p:spPr>
          <a:xfrm>
            <a:off x="1586229" y="4229100"/>
            <a:ext cx="79756" cy="40386"/>
          </a:xfrm>
          <a:prstGeom prst="rect">
            <a:avLst/>
          </a:prstGeom>
          <a:solidFill>
            <a:srgbClr val="77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ectangle 739"/>
          <p:cNvSpPr/>
          <p:nvPr/>
        </p:nvSpPr>
        <p:spPr>
          <a:xfrm>
            <a:off x="1663700" y="4229100"/>
            <a:ext cx="79756" cy="40386"/>
          </a:xfrm>
          <a:prstGeom prst="rect">
            <a:avLst/>
          </a:prstGeom>
          <a:solidFill>
            <a:srgbClr val="7E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Rectangle 740"/>
          <p:cNvSpPr/>
          <p:nvPr/>
        </p:nvSpPr>
        <p:spPr>
          <a:xfrm>
            <a:off x="1741170" y="4229100"/>
            <a:ext cx="79756" cy="40386"/>
          </a:xfrm>
          <a:prstGeom prst="rect">
            <a:avLst/>
          </a:prstGeom>
          <a:solidFill>
            <a:srgbClr val="57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ectangle 741"/>
          <p:cNvSpPr/>
          <p:nvPr/>
        </p:nvSpPr>
        <p:spPr>
          <a:xfrm>
            <a:off x="1818639" y="4229100"/>
            <a:ext cx="79756" cy="40386"/>
          </a:xfrm>
          <a:prstGeom prst="rect">
            <a:avLst/>
          </a:prstGeom>
          <a:solidFill>
            <a:srgbClr val="4C6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1896110" y="4229100"/>
            <a:ext cx="79756" cy="40386"/>
          </a:xfrm>
          <a:prstGeom prst="rect">
            <a:avLst/>
          </a:prstGeom>
          <a:solidFill>
            <a:srgbClr val="81A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1973580" y="4229100"/>
            <a:ext cx="79756" cy="40386"/>
          </a:xfrm>
          <a:prstGeom prst="rect">
            <a:avLst/>
          </a:prstGeom>
          <a:solidFill>
            <a:srgbClr val="82A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Rectangle 744"/>
          <p:cNvSpPr/>
          <p:nvPr/>
        </p:nvSpPr>
        <p:spPr>
          <a:xfrm>
            <a:off x="2051049" y="4229100"/>
            <a:ext cx="79756" cy="40386"/>
          </a:xfrm>
          <a:prstGeom prst="rect">
            <a:avLst/>
          </a:prstGeom>
          <a:solidFill>
            <a:srgbClr val="7C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Rectangle 745"/>
          <p:cNvSpPr/>
          <p:nvPr/>
        </p:nvSpPr>
        <p:spPr>
          <a:xfrm>
            <a:off x="2128520" y="4229100"/>
            <a:ext cx="79756" cy="40386"/>
          </a:xfrm>
          <a:prstGeom prst="rect">
            <a:avLst/>
          </a:prstGeom>
          <a:solidFill>
            <a:srgbClr val="547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2205990" y="4229100"/>
            <a:ext cx="79756" cy="40386"/>
          </a:xfrm>
          <a:prstGeom prst="rect">
            <a:avLst/>
          </a:prstGeom>
          <a:solidFill>
            <a:srgbClr val="395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2283459" y="4229100"/>
            <a:ext cx="79756" cy="40386"/>
          </a:xfrm>
          <a:prstGeom prst="rect">
            <a:avLst/>
          </a:prstGeom>
          <a:solidFill>
            <a:srgbClr val="6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2360930" y="4229100"/>
            <a:ext cx="79756" cy="40386"/>
          </a:xfrm>
          <a:prstGeom prst="rect">
            <a:avLst/>
          </a:prstGeom>
          <a:solidFill>
            <a:srgbClr val="719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Rectangle 749"/>
          <p:cNvSpPr/>
          <p:nvPr/>
        </p:nvSpPr>
        <p:spPr>
          <a:xfrm>
            <a:off x="2438400" y="4229100"/>
            <a:ext cx="79756" cy="40386"/>
          </a:xfrm>
          <a:prstGeom prst="rect">
            <a:avLst/>
          </a:prstGeom>
          <a:solidFill>
            <a:srgbClr val="7A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2515870" y="4229100"/>
            <a:ext cx="79756" cy="40386"/>
          </a:xfrm>
          <a:prstGeom prst="rect">
            <a:avLst/>
          </a:prstGeom>
          <a:solidFill>
            <a:srgbClr val="83A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2593339" y="4229100"/>
            <a:ext cx="79756" cy="40386"/>
          </a:xfrm>
          <a:prstGeom prst="rect">
            <a:avLst/>
          </a:prstGeom>
          <a:solidFill>
            <a:srgbClr val="8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2670810" y="4229100"/>
            <a:ext cx="79756" cy="40386"/>
          </a:xfrm>
          <a:prstGeom prst="rect">
            <a:avLst/>
          </a:prstGeom>
          <a:solidFill>
            <a:srgbClr val="84A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Rectangle 753"/>
          <p:cNvSpPr/>
          <p:nvPr/>
        </p:nvSpPr>
        <p:spPr>
          <a:xfrm>
            <a:off x="2748280" y="4229100"/>
            <a:ext cx="79756" cy="40386"/>
          </a:xfrm>
          <a:prstGeom prst="rect">
            <a:avLst/>
          </a:prstGeom>
          <a:solidFill>
            <a:srgbClr val="5A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Rectangle 754"/>
          <p:cNvSpPr/>
          <p:nvPr/>
        </p:nvSpPr>
        <p:spPr>
          <a:xfrm>
            <a:off x="2825750" y="4229100"/>
            <a:ext cx="79756" cy="40386"/>
          </a:xfrm>
          <a:prstGeom prst="rect">
            <a:avLst/>
          </a:prstGeom>
          <a:solidFill>
            <a:srgbClr val="6F9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Rectangle 755"/>
          <p:cNvSpPr/>
          <p:nvPr/>
        </p:nvSpPr>
        <p:spPr>
          <a:xfrm>
            <a:off x="2903220" y="4229100"/>
            <a:ext cx="79756" cy="40386"/>
          </a:xfrm>
          <a:prstGeom prst="rect">
            <a:avLst/>
          </a:prstGeom>
          <a:solidFill>
            <a:srgbClr val="86A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Rectangle 756"/>
          <p:cNvSpPr/>
          <p:nvPr/>
        </p:nvSpPr>
        <p:spPr>
          <a:xfrm>
            <a:off x="2980690" y="4229100"/>
            <a:ext cx="79756" cy="40386"/>
          </a:xfrm>
          <a:prstGeom prst="rect">
            <a:avLst/>
          </a:prstGeom>
          <a:solidFill>
            <a:srgbClr val="7BA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Rectangle 757"/>
          <p:cNvSpPr/>
          <p:nvPr/>
        </p:nvSpPr>
        <p:spPr>
          <a:xfrm>
            <a:off x="3058159" y="4229100"/>
            <a:ext cx="79756" cy="40386"/>
          </a:xfrm>
          <a:prstGeom prst="rect">
            <a:avLst/>
          </a:prstGeom>
          <a:solidFill>
            <a:srgbClr val="678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Rectangle 758"/>
          <p:cNvSpPr/>
          <p:nvPr/>
        </p:nvSpPr>
        <p:spPr>
          <a:xfrm>
            <a:off x="3135630" y="4229100"/>
            <a:ext cx="79756" cy="40386"/>
          </a:xfrm>
          <a:prstGeom prst="rect">
            <a:avLst/>
          </a:prstGeom>
          <a:solidFill>
            <a:srgbClr val="2E4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Rectangle 759"/>
          <p:cNvSpPr/>
          <p:nvPr/>
        </p:nvSpPr>
        <p:spPr>
          <a:xfrm>
            <a:off x="3213100" y="4229100"/>
            <a:ext cx="79756" cy="40386"/>
          </a:xfrm>
          <a:prstGeom prst="rect">
            <a:avLst/>
          </a:prstGeom>
          <a:solidFill>
            <a:srgbClr val="5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Rectangle 760"/>
          <p:cNvSpPr/>
          <p:nvPr/>
        </p:nvSpPr>
        <p:spPr>
          <a:xfrm>
            <a:off x="3290570" y="4229100"/>
            <a:ext cx="79756" cy="40386"/>
          </a:xfrm>
          <a:prstGeom prst="rect">
            <a:avLst/>
          </a:prstGeom>
          <a:solidFill>
            <a:srgbClr val="81A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Rectangle 761"/>
          <p:cNvSpPr/>
          <p:nvPr/>
        </p:nvSpPr>
        <p:spPr>
          <a:xfrm>
            <a:off x="3368040" y="4229100"/>
            <a:ext cx="79756" cy="40386"/>
          </a:xfrm>
          <a:prstGeom prst="rect">
            <a:avLst/>
          </a:prstGeom>
          <a:solidFill>
            <a:srgbClr val="8AB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Rectangle 762"/>
          <p:cNvSpPr/>
          <p:nvPr/>
        </p:nvSpPr>
        <p:spPr>
          <a:xfrm>
            <a:off x="3445510" y="4229100"/>
            <a:ext cx="79756" cy="40386"/>
          </a:xfrm>
          <a:prstGeom prst="rect">
            <a:avLst/>
          </a:prstGeom>
          <a:solidFill>
            <a:srgbClr val="8FB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Rectangle 763"/>
          <p:cNvSpPr/>
          <p:nvPr/>
        </p:nvSpPr>
        <p:spPr>
          <a:xfrm>
            <a:off x="3522979" y="4229100"/>
            <a:ext cx="79756" cy="40386"/>
          </a:xfrm>
          <a:prstGeom prst="rect">
            <a:avLst/>
          </a:prstGeom>
          <a:solidFill>
            <a:srgbClr val="8DB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Rectangle 764"/>
          <p:cNvSpPr/>
          <p:nvPr/>
        </p:nvSpPr>
        <p:spPr>
          <a:xfrm>
            <a:off x="3600450" y="4229100"/>
            <a:ext cx="79756" cy="40386"/>
          </a:xfrm>
          <a:prstGeom prst="rect">
            <a:avLst/>
          </a:prstGeom>
          <a:solidFill>
            <a:srgbClr val="6A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Rectangle 765"/>
          <p:cNvSpPr/>
          <p:nvPr/>
        </p:nvSpPr>
        <p:spPr>
          <a:xfrm>
            <a:off x="3677920" y="4229100"/>
            <a:ext cx="79756" cy="40386"/>
          </a:xfrm>
          <a:prstGeom prst="rect">
            <a:avLst/>
          </a:prstGeom>
          <a:solidFill>
            <a:srgbClr val="44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Rectangle 766"/>
          <p:cNvSpPr/>
          <p:nvPr/>
        </p:nvSpPr>
        <p:spPr>
          <a:xfrm>
            <a:off x="3755390" y="4229100"/>
            <a:ext cx="79756" cy="40386"/>
          </a:xfrm>
          <a:prstGeom prst="rect">
            <a:avLst/>
          </a:prstGeom>
          <a:solidFill>
            <a:srgbClr val="36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Rectangle 767"/>
          <p:cNvSpPr/>
          <p:nvPr/>
        </p:nvSpPr>
        <p:spPr>
          <a:xfrm>
            <a:off x="3832860" y="4229100"/>
            <a:ext cx="79756" cy="40386"/>
          </a:xfrm>
          <a:prstGeom prst="rect">
            <a:avLst/>
          </a:prstGeom>
          <a:solidFill>
            <a:srgbClr val="2C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Rectangle 768"/>
          <p:cNvSpPr/>
          <p:nvPr/>
        </p:nvSpPr>
        <p:spPr>
          <a:xfrm>
            <a:off x="3910330" y="4229100"/>
            <a:ext cx="79756" cy="40386"/>
          </a:xfrm>
          <a:prstGeom prst="rect">
            <a:avLst/>
          </a:prstGeom>
          <a:solidFill>
            <a:srgbClr val="1E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Rectangle 769"/>
          <p:cNvSpPr/>
          <p:nvPr/>
        </p:nvSpPr>
        <p:spPr>
          <a:xfrm>
            <a:off x="3987799" y="4229100"/>
            <a:ext cx="79756" cy="40386"/>
          </a:xfrm>
          <a:prstGeom prst="rect">
            <a:avLst/>
          </a:prstGeom>
          <a:solidFill>
            <a:srgbClr val="48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Rectangle 770"/>
          <p:cNvSpPr/>
          <p:nvPr/>
        </p:nvSpPr>
        <p:spPr>
          <a:xfrm>
            <a:off x="4065270" y="4229100"/>
            <a:ext cx="79756" cy="40386"/>
          </a:xfrm>
          <a:prstGeom prst="rect">
            <a:avLst/>
          </a:prstGeom>
          <a:solidFill>
            <a:srgbClr val="648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Rectangle 771"/>
          <p:cNvSpPr/>
          <p:nvPr/>
        </p:nvSpPr>
        <p:spPr>
          <a:xfrm>
            <a:off x="4142740" y="4229100"/>
            <a:ext cx="79756" cy="40386"/>
          </a:xfrm>
          <a:prstGeom prst="rect">
            <a:avLst/>
          </a:prstGeom>
          <a:solidFill>
            <a:srgbClr val="6E9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4220209" y="4229100"/>
            <a:ext cx="79756" cy="40386"/>
          </a:xfrm>
          <a:prstGeom prst="rect">
            <a:avLst/>
          </a:prstGeom>
          <a:solidFill>
            <a:srgbClr val="759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4297680" y="42291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4375150" y="4229100"/>
            <a:ext cx="79756" cy="40386"/>
          </a:xfrm>
          <a:prstGeom prst="rect">
            <a:avLst/>
          </a:prstGeom>
          <a:solidFill>
            <a:srgbClr val="4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4452619" y="4229100"/>
            <a:ext cx="79756" cy="40386"/>
          </a:xfrm>
          <a:prstGeom prst="rect">
            <a:avLst/>
          </a:prstGeom>
          <a:solidFill>
            <a:srgbClr val="42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4530090" y="4229100"/>
            <a:ext cx="79756" cy="40386"/>
          </a:xfrm>
          <a:prstGeom prst="rect">
            <a:avLst/>
          </a:prstGeom>
          <a:solidFill>
            <a:srgbClr val="6C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4607560" y="4229100"/>
            <a:ext cx="79756" cy="40386"/>
          </a:xfrm>
          <a:prstGeom prst="rect">
            <a:avLst/>
          </a:prstGeom>
          <a:solidFill>
            <a:srgbClr val="638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Rectangle 778"/>
          <p:cNvSpPr/>
          <p:nvPr/>
        </p:nvSpPr>
        <p:spPr>
          <a:xfrm>
            <a:off x="4685030" y="42291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ectangle 779"/>
          <p:cNvSpPr/>
          <p:nvPr/>
        </p:nvSpPr>
        <p:spPr>
          <a:xfrm>
            <a:off x="4762500" y="4229100"/>
            <a:ext cx="79756" cy="40386"/>
          </a:xfrm>
          <a:prstGeom prst="rect">
            <a:avLst/>
          </a:prstGeom>
          <a:solidFill>
            <a:srgbClr val="304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Rectangle 780"/>
          <p:cNvSpPr/>
          <p:nvPr/>
        </p:nvSpPr>
        <p:spPr>
          <a:xfrm>
            <a:off x="4839970" y="4229100"/>
            <a:ext cx="79756" cy="40386"/>
          </a:xfrm>
          <a:prstGeom prst="rect">
            <a:avLst/>
          </a:prstGeom>
          <a:solidFill>
            <a:srgbClr val="1F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4917440" y="4229100"/>
            <a:ext cx="79756" cy="40386"/>
          </a:xfrm>
          <a:prstGeom prst="rect">
            <a:avLst/>
          </a:prstGeom>
          <a:solidFill>
            <a:srgbClr val="395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Rectangle 782"/>
          <p:cNvSpPr/>
          <p:nvPr/>
        </p:nvSpPr>
        <p:spPr>
          <a:xfrm>
            <a:off x="4994910" y="4229100"/>
            <a:ext cx="79756" cy="40386"/>
          </a:xfrm>
          <a:prstGeom prst="rect">
            <a:avLst/>
          </a:prstGeom>
          <a:solidFill>
            <a:srgbClr val="42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5072379" y="4229100"/>
            <a:ext cx="79756" cy="40386"/>
          </a:xfrm>
          <a:prstGeom prst="rect">
            <a:avLst/>
          </a:prstGeom>
          <a:solidFill>
            <a:srgbClr val="4762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ectangle 784"/>
          <p:cNvSpPr/>
          <p:nvPr/>
        </p:nvSpPr>
        <p:spPr>
          <a:xfrm>
            <a:off x="5149850" y="4229100"/>
            <a:ext cx="79756" cy="40386"/>
          </a:xfrm>
          <a:prstGeom prst="rect">
            <a:avLst/>
          </a:prstGeom>
          <a:solidFill>
            <a:srgbClr val="4D6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ectangle 785"/>
          <p:cNvSpPr/>
          <p:nvPr/>
        </p:nvSpPr>
        <p:spPr>
          <a:xfrm>
            <a:off x="579120" y="4190999"/>
            <a:ext cx="79756" cy="40386"/>
          </a:xfrm>
          <a:prstGeom prst="rect">
            <a:avLst/>
          </a:prstGeom>
          <a:solidFill>
            <a:srgbClr val="37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656590" y="41909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734059" y="4190999"/>
            <a:ext cx="79756" cy="40386"/>
          </a:xfrm>
          <a:prstGeom prst="rect">
            <a:avLst/>
          </a:prstGeom>
          <a:solidFill>
            <a:srgbClr val="1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Rectangle 788"/>
          <p:cNvSpPr/>
          <p:nvPr/>
        </p:nvSpPr>
        <p:spPr>
          <a:xfrm>
            <a:off x="811530" y="4190999"/>
            <a:ext cx="79756" cy="40386"/>
          </a:xfrm>
          <a:prstGeom prst="rect">
            <a:avLst/>
          </a:prstGeom>
          <a:solidFill>
            <a:srgbClr val="42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888999" y="4190999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966470" y="4190999"/>
            <a:ext cx="79756" cy="40386"/>
          </a:xfrm>
          <a:prstGeom prst="rect">
            <a:avLst/>
          </a:prstGeom>
          <a:solidFill>
            <a:srgbClr val="6A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Rectangle 791"/>
          <p:cNvSpPr/>
          <p:nvPr/>
        </p:nvSpPr>
        <p:spPr>
          <a:xfrm>
            <a:off x="1043940" y="4190999"/>
            <a:ext cx="79756" cy="40386"/>
          </a:xfrm>
          <a:prstGeom prst="rect">
            <a:avLst/>
          </a:prstGeom>
          <a:solidFill>
            <a:srgbClr val="6E9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Rectangle 792"/>
          <p:cNvSpPr/>
          <p:nvPr/>
        </p:nvSpPr>
        <p:spPr>
          <a:xfrm>
            <a:off x="1121410" y="4190999"/>
            <a:ext cx="79756" cy="40386"/>
          </a:xfrm>
          <a:prstGeom prst="rect">
            <a:avLst/>
          </a:prstGeom>
          <a:solidFill>
            <a:srgbClr val="6A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Rectangle 793"/>
          <p:cNvSpPr/>
          <p:nvPr/>
        </p:nvSpPr>
        <p:spPr>
          <a:xfrm>
            <a:off x="1198879" y="4190999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1276350" y="4190999"/>
            <a:ext cx="79756" cy="40386"/>
          </a:xfrm>
          <a:prstGeom prst="rect">
            <a:avLst/>
          </a:prstGeom>
          <a:solidFill>
            <a:srgbClr val="5E7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Rectangle 795"/>
          <p:cNvSpPr/>
          <p:nvPr/>
        </p:nvSpPr>
        <p:spPr>
          <a:xfrm>
            <a:off x="1353820" y="4190999"/>
            <a:ext cx="79756" cy="40386"/>
          </a:xfrm>
          <a:prstGeom prst="rect">
            <a:avLst/>
          </a:prstGeom>
          <a:solidFill>
            <a:srgbClr val="577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Rectangle 796"/>
          <p:cNvSpPr/>
          <p:nvPr/>
        </p:nvSpPr>
        <p:spPr>
          <a:xfrm>
            <a:off x="1431289" y="4190999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Rectangle 797"/>
          <p:cNvSpPr/>
          <p:nvPr/>
        </p:nvSpPr>
        <p:spPr>
          <a:xfrm>
            <a:off x="1508760" y="4190999"/>
            <a:ext cx="79756" cy="40386"/>
          </a:xfrm>
          <a:prstGeom prst="rect">
            <a:avLst/>
          </a:prstGeom>
          <a:solidFill>
            <a:srgbClr val="415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Rectangle 798"/>
          <p:cNvSpPr/>
          <p:nvPr/>
        </p:nvSpPr>
        <p:spPr>
          <a:xfrm>
            <a:off x="1586229" y="4190999"/>
            <a:ext cx="79756" cy="40386"/>
          </a:xfrm>
          <a:prstGeom prst="rect">
            <a:avLst/>
          </a:prstGeom>
          <a:solidFill>
            <a:srgbClr val="2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Rectangle 799"/>
          <p:cNvSpPr/>
          <p:nvPr/>
        </p:nvSpPr>
        <p:spPr>
          <a:xfrm>
            <a:off x="1663700" y="4190999"/>
            <a:ext cx="79756" cy="40386"/>
          </a:xfrm>
          <a:prstGeom prst="rect">
            <a:avLst/>
          </a:prstGeom>
          <a:solidFill>
            <a:srgbClr val="4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Rectangle 800"/>
          <p:cNvSpPr/>
          <p:nvPr/>
        </p:nvSpPr>
        <p:spPr>
          <a:xfrm>
            <a:off x="1741170" y="4190999"/>
            <a:ext cx="79756" cy="40386"/>
          </a:xfrm>
          <a:prstGeom prst="rect">
            <a:avLst/>
          </a:prstGeom>
          <a:solidFill>
            <a:srgbClr val="7E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Rectangle 801"/>
          <p:cNvSpPr/>
          <p:nvPr/>
        </p:nvSpPr>
        <p:spPr>
          <a:xfrm>
            <a:off x="1818639" y="4190999"/>
            <a:ext cx="79756" cy="40386"/>
          </a:xfrm>
          <a:prstGeom prst="rect">
            <a:avLst/>
          </a:prstGeom>
          <a:solidFill>
            <a:srgbClr val="83A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Rectangle 802"/>
          <p:cNvSpPr/>
          <p:nvPr/>
        </p:nvSpPr>
        <p:spPr>
          <a:xfrm>
            <a:off x="1896110" y="4190999"/>
            <a:ext cx="79756" cy="40386"/>
          </a:xfrm>
          <a:prstGeom prst="rect">
            <a:avLst/>
          </a:prstGeom>
          <a:solidFill>
            <a:srgbClr val="84A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Rectangle 803"/>
          <p:cNvSpPr/>
          <p:nvPr/>
        </p:nvSpPr>
        <p:spPr>
          <a:xfrm>
            <a:off x="1973580" y="4190999"/>
            <a:ext cx="79756" cy="40386"/>
          </a:xfrm>
          <a:prstGeom prst="rect">
            <a:avLst/>
          </a:prstGeom>
          <a:solidFill>
            <a:srgbClr val="526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Rectangle 804"/>
          <p:cNvSpPr/>
          <p:nvPr/>
        </p:nvSpPr>
        <p:spPr>
          <a:xfrm>
            <a:off x="2051049" y="4190999"/>
            <a:ext cx="79756" cy="40386"/>
          </a:xfrm>
          <a:prstGeom prst="rect">
            <a:avLst/>
          </a:prstGeom>
          <a:solidFill>
            <a:srgbClr val="62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Rectangle 805"/>
          <p:cNvSpPr/>
          <p:nvPr/>
        </p:nvSpPr>
        <p:spPr>
          <a:xfrm>
            <a:off x="2128520" y="4190999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Rectangle 806"/>
          <p:cNvSpPr/>
          <p:nvPr/>
        </p:nvSpPr>
        <p:spPr>
          <a:xfrm>
            <a:off x="2205990" y="4190999"/>
            <a:ext cx="79756" cy="40386"/>
          </a:xfrm>
          <a:prstGeom prst="rect">
            <a:avLst/>
          </a:prstGeom>
          <a:solidFill>
            <a:srgbClr val="668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Rectangle 807"/>
          <p:cNvSpPr/>
          <p:nvPr/>
        </p:nvSpPr>
        <p:spPr>
          <a:xfrm>
            <a:off x="2283459" y="4190999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Rectangle 808"/>
          <p:cNvSpPr/>
          <p:nvPr/>
        </p:nvSpPr>
        <p:spPr>
          <a:xfrm>
            <a:off x="2360930" y="4190999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Rectangle 809"/>
          <p:cNvSpPr/>
          <p:nvPr/>
        </p:nvSpPr>
        <p:spPr>
          <a:xfrm>
            <a:off x="2438400" y="4190999"/>
            <a:ext cx="79756" cy="40386"/>
          </a:xfrm>
          <a:prstGeom prst="rect">
            <a:avLst/>
          </a:prstGeom>
          <a:solidFill>
            <a:srgbClr val="4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Rectangle 810"/>
          <p:cNvSpPr/>
          <p:nvPr/>
        </p:nvSpPr>
        <p:spPr>
          <a:xfrm>
            <a:off x="2515870" y="4190999"/>
            <a:ext cx="79756" cy="40386"/>
          </a:xfrm>
          <a:prstGeom prst="rect">
            <a:avLst/>
          </a:prstGeom>
          <a:solidFill>
            <a:srgbClr val="5D7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Rectangle 811"/>
          <p:cNvSpPr/>
          <p:nvPr/>
        </p:nvSpPr>
        <p:spPr>
          <a:xfrm>
            <a:off x="2593339" y="4190999"/>
            <a:ext cx="79756" cy="40386"/>
          </a:xfrm>
          <a:prstGeom prst="rect">
            <a:avLst/>
          </a:prstGeom>
          <a:solidFill>
            <a:srgbClr val="7BA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Rectangle 812"/>
          <p:cNvSpPr/>
          <p:nvPr/>
        </p:nvSpPr>
        <p:spPr>
          <a:xfrm>
            <a:off x="2670810" y="4190999"/>
            <a:ext cx="79756" cy="40386"/>
          </a:xfrm>
          <a:prstGeom prst="rect">
            <a:avLst/>
          </a:prstGeom>
          <a:solidFill>
            <a:srgbClr val="8FB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Rectangle 813"/>
          <p:cNvSpPr/>
          <p:nvPr/>
        </p:nvSpPr>
        <p:spPr>
          <a:xfrm>
            <a:off x="2748280" y="4190999"/>
            <a:ext cx="79756" cy="40386"/>
          </a:xfrm>
          <a:prstGeom prst="rect">
            <a:avLst/>
          </a:prstGeom>
          <a:solidFill>
            <a:srgbClr val="8EB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Rectangle 814"/>
          <p:cNvSpPr/>
          <p:nvPr/>
        </p:nvSpPr>
        <p:spPr>
          <a:xfrm>
            <a:off x="2825750" y="4190999"/>
            <a:ext cx="79756" cy="40386"/>
          </a:xfrm>
          <a:prstGeom prst="rect">
            <a:avLst/>
          </a:prstGeom>
          <a:solidFill>
            <a:srgbClr val="88B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Rectangle 815"/>
          <p:cNvSpPr/>
          <p:nvPr/>
        </p:nvSpPr>
        <p:spPr>
          <a:xfrm>
            <a:off x="2903220" y="4190999"/>
            <a:ext cx="79756" cy="40386"/>
          </a:xfrm>
          <a:prstGeom prst="rect">
            <a:avLst/>
          </a:prstGeom>
          <a:solidFill>
            <a:srgbClr val="69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Rectangle 816"/>
          <p:cNvSpPr/>
          <p:nvPr/>
        </p:nvSpPr>
        <p:spPr>
          <a:xfrm>
            <a:off x="2980690" y="4190999"/>
            <a:ext cx="79756" cy="40386"/>
          </a:xfrm>
          <a:prstGeom prst="rect">
            <a:avLst/>
          </a:prstGeom>
          <a:solidFill>
            <a:srgbClr val="4D6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Rectangle 817"/>
          <p:cNvSpPr/>
          <p:nvPr/>
        </p:nvSpPr>
        <p:spPr>
          <a:xfrm>
            <a:off x="3058159" y="4190999"/>
            <a:ext cx="79756" cy="40386"/>
          </a:xfrm>
          <a:prstGeom prst="rect">
            <a:avLst/>
          </a:prstGeom>
          <a:solidFill>
            <a:srgbClr val="6F9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Rectangle 818"/>
          <p:cNvSpPr/>
          <p:nvPr/>
        </p:nvSpPr>
        <p:spPr>
          <a:xfrm>
            <a:off x="3135630" y="4190999"/>
            <a:ext cx="79756" cy="40386"/>
          </a:xfrm>
          <a:prstGeom prst="rect">
            <a:avLst/>
          </a:prstGeom>
          <a:solidFill>
            <a:srgbClr val="6A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Rectangle 819"/>
          <p:cNvSpPr/>
          <p:nvPr/>
        </p:nvSpPr>
        <p:spPr>
          <a:xfrm>
            <a:off x="3213100" y="4190999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Rectangle 820"/>
          <p:cNvSpPr/>
          <p:nvPr/>
        </p:nvSpPr>
        <p:spPr>
          <a:xfrm>
            <a:off x="3290570" y="4190999"/>
            <a:ext cx="79756" cy="40386"/>
          </a:xfrm>
          <a:prstGeom prst="rect">
            <a:avLst/>
          </a:prstGeom>
          <a:solidFill>
            <a:srgbClr val="354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Rectangle 821"/>
          <p:cNvSpPr/>
          <p:nvPr/>
        </p:nvSpPr>
        <p:spPr>
          <a:xfrm>
            <a:off x="3368040" y="4190999"/>
            <a:ext cx="79756" cy="40386"/>
          </a:xfrm>
          <a:prstGeom prst="rect">
            <a:avLst/>
          </a:prstGeom>
          <a:solidFill>
            <a:srgbClr val="43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Rectangle 822"/>
          <p:cNvSpPr/>
          <p:nvPr/>
        </p:nvSpPr>
        <p:spPr>
          <a:xfrm>
            <a:off x="3445510" y="4190999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Rectangle 823"/>
          <p:cNvSpPr/>
          <p:nvPr/>
        </p:nvSpPr>
        <p:spPr>
          <a:xfrm>
            <a:off x="3522979" y="4190999"/>
            <a:ext cx="79756" cy="40386"/>
          </a:xfrm>
          <a:prstGeom prst="rect">
            <a:avLst/>
          </a:prstGeom>
          <a:solidFill>
            <a:srgbClr val="92B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Rectangle 824"/>
          <p:cNvSpPr/>
          <p:nvPr/>
        </p:nvSpPr>
        <p:spPr>
          <a:xfrm>
            <a:off x="3600450" y="4190999"/>
            <a:ext cx="79756" cy="40386"/>
          </a:xfrm>
          <a:prstGeom prst="rect">
            <a:avLst/>
          </a:prstGeom>
          <a:solidFill>
            <a:srgbClr val="8FB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Rectangle 825"/>
          <p:cNvSpPr/>
          <p:nvPr/>
        </p:nvSpPr>
        <p:spPr>
          <a:xfrm>
            <a:off x="3677920" y="4190999"/>
            <a:ext cx="79756" cy="40386"/>
          </a:xfrm>
          <a:prstGeom prst="rect">
            <a:avLst/>
          </a:prstGeom>
          <a:solidFill>
            <a:srgbClr val="8FB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Rectangle 826"/>
          <p:cNvSpPr/>
          <p:nvPr/>
        </p:nvSpPr>
        <p:spPr>
          <a:xfrm>
            <a:off x="3755390" y="4190999"/>
            <a:ext cx="79756" cy="40386"/>
          </a:xfrm>
          <a:prstGeom prst="rect">
            <a:avLst/>
          </a:prstGeom>
          <a:solidFill>
            <a:srgbClr val="85A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Rectangle 827"/>
          <p:cNvSpPr/>
          <p:nvPr/>
        </p:nvSpPr>
        <p:spPr>
          <a:xfrm>
            <a:off x="3832860" y="4190999"/>
            <a:ext cx="79756" cy="40386"/>
          </a:xfrm>
          <a:prstGeom prst="rect">
            <a:avLst/>
          </a:prstGeom>
          <a:solidFill>
            <a:srgbClr val="7AA1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Rectangle 828"/>
          <p:cNvSpPr/>
          <p:nvPr/>
        </p:nvSpPr>
        <p:spPr>
          <a:xfrm>
            <a:off x="3910330" y="4190999"/>
            <a:ext cx="79756" cy="40386"/>
          </a:xfrm>
          <a:prstGeom prst="rect">
            <a:avLst/>
          </a:prstGeom>
          <a:solidFill>
            <a:srgbClr val="6E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Rectangle 829"/>
          <p:cNvSpPr/>
          <p:nvPr/>
        </p:nvSpPr>
        <p:spPr>
          <a:xfrm>
            <a:off x="3987799" y="4190999"/>
            <a:ext cx="79756" cy="40386"/>
          </a:xfrm>
          <a:prstGeom prst="rect">
            <a:avLst/>
          </a:prstGeom>
          <a:solidFill>
            <a:srgbClr val="638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Rectangle 830"/>
          <p:cNvSpPr/>
          <p:nvPr/>
        </p:nvSpPr>
        <p:spPr>
          <a:xfrm>
            <a:off x="4065270" y="4190999"/>
            <a:ext cx="79756" cy="40386"/>
          </a:xfrm>
          <a:prstGeom prst="rect">
            <a:avLst/>
          </a:prstGeom>
          <a:solidFill>
            <a:srgbClr val="5F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Rectangle 831"/>
          <p:cNvSpPr/>
          <p:nvPr/>
        </p:nvSpPr>
        <p:spPr>
          <a:xfrm>
            <a:off x="4142740" y="4190999"/>
            <a:ext cx="79756" cy="40386"/>
          </a:xfrm>
          <a:prstGeom prst="rect">
            <a:avLst/>
          </a:prstGeom>
          <a:solidFill>
            <a:srgbClr val="405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Rectangle 832"/>
          <p:cNvSpPr/>
          <p:nvPr/>
        </p:nvSpPr>
        <p:spPr>
          <a:xfrm>
            <a:off x="4220209" y="4190999"/>
            <a:ext cx="79756" cy="40386"/>
          </a:xfrm>
          <a:prstGeom prst="rect">
            <a:avLst/>
          </a:prstGeom>
          <a:solidFill>
            <a:srgbClr val="23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Rectangle 833"/>
          <p:cNvSpPr/>
          <p:nvPr/>
        </p:nvSpPr>
        <p:spPr>
          <a:xfrm>
            <a:off x="4297680" y="4190999"/>
            <a:ext cx="79756" cy="40386"/>
          </a:xfrm>
          <a:prstGeom prst="rect">
            <a:avLst/>
          </a:prstGeom>
          <a:solidFill>
            <a:srgbClr val="48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Rectangle 834"/>
          <p:cNvSpPr/>
          <p:nvPr/>
        </p:nvSpPr>
        <p:spPr>
          <a:xfrm>
            <a:off x="4375150" y="4190999"/>
            <a:ext cx="79756" cy="40386"/>
          </a:xfrm>
          <a:prstGeom prst="rect">
            <a:avLst/>
          </a:prstGeom>
          <a:solidFill>
            <a:srgbClr val="749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Rectangle 835"/>
          <p:cNvSpPr/>
          <p:nvPr/>
        </p:nvSpPr>
        <p:spPr>
          <a:xfrm>
            <a:off x="4452619" y="4190999"/>
            <a:ext cx="79756" cy="40386"/>
          </a:xfrm>
          <a:prstGeom prst="rect">
            <a:avLst/>
          </a:prstGeom>
          <a:solidFill>
            <a:srgbClr val="72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Rectangle 836"/>
          <p:cNvSpPr/>
          <p:nvPr/>
        </p:nvSpPr>
        <p:spPr>
          <a:xfrm>
            <a:off x="4530090" y="4190999"/>
            <a:ext cx="79756" cy="40386"/>
          </a:xfrm>
          <a:prstGeom prst="rect">
            <a:avLst/>
          </a:prstGeom>
          <a:solidFill>
            <a:srgbClr val="6A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Rectangle 837"/>
          <p:cNvSpPr/>
          <p:nvPr/>
        </p:nvSpPr>
        <p:spPr>
          <a:xfrm>
            <a:off x="4607560" y="4190999"/>
            <a:ext cx="79756" cy="40386"/>
          </a:xfrm>
          <a:prstGeom prst="rect">
            <a:avLst/>
          </a:prstGeom>
          <a:solidFill>
            <a:srgbClr val="36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Rectangle 838"/>
          <p:cNvSpPr/>
          <p:nvPr/>
        </p:nvSpPr>
        <p:spPr>
          <a:xfrm>
            <a:off x="4685030" y="4190999"/>
            <a:ext cx="79756" cy="40386"/>
          </a:xfrm>
          <a:prstGeom prst="rect">
            <a:avLst/>
          </a:prstGeom>
          <a:solidFill>
            <a:srgbClr val="496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Rectangle 839"/>
          <p:cNvSpPr/>
          <p:nvPr/>
        </p:nvSpPr>
        <p:spPr>
          <a:xfrm>
            <a:off x="4762500" y="4190999"/>
            <a:ext cx="79756" cy="40386"/>
          </a:xfrm>
          <a:prstGeom prst="rect">
            <a:avLst/>
          </a:prstGeom>
          <a:solidFill>
            <a:srgbClr val="496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Rectangle 840"/>
          <p:cNvSpPr/>
          <p:nvPr/>
        </p:nvSpPr>
        <p:spPr>
          <a:xfrm>
            <a:off x="4839970" y="4190999"/>
            <a:ext cx="79756" cy="40386"/>
          </a:xfrm>
          <a:prstGeom prst="rect">
            <a:avLst/>
          </a:prstGeom>
          <a:solidFill>
            <a:srgbClr val="3E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Rectangle 841"/>
          <p:cNvSpPr/>
          <p:nvPr/>
        </p:nvSpPr>
        <p:spPr>
          <a:xfrm>
            <a:off x="4917440" y="4190999"/>
            <a:ext cx="79756" cy="40386"/>
          </a:xfrm>
          <a:prstGeom prst="rect">
            <a:avLst/>
          </a:prstGeom>
          <a:solidFill>
            <a:srgbClr val="3A5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Rectangle 842"/>
          <p:cNvSpPr/>
          <p:nvPr/>
        </p:nvSpPr>
        <p:spPr>
          <a:xfrm>
            <a:off x="4994910" y="4190999"/>
            <a:ext cx="79756" cy="40386"/>
          </a:xfrm>
          <a:prstGeom prst="rect">
            <a:avLst/>
          </a:prstGeom>
          <a:solidFill>
            <a:srgbClr val="2D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Rectangle 843"/>
          <p:cNvSpPr/>
          <p:nvPr/>
        </p:nvSpPr>
        <p:spPr>
          <a:xfrm>
            <a:off x="5072379" y="4190999"/>
            <a:ext cx="79756" cy="40386"/>
          </a:xfrm>
          <a:prstGeom prst="rect">
            <a:avLst/>
          </a:prstGeom>
          <a:solidFill>
            <a:srgbClr val="25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Rectangle 844"/>
          <p:cNvSpPr/>
          <p:nvPr/>
        </p:nvSpPr>
        <p:spPr>
          <a:xfrm>
            <a:off x="5149850" y="4190999"/>
            <a:ext cx="79756" cy="40386"/>
          </a:xfrm>
          <a:prstGeom prst="rect">
            <a:avLst/>
          </a:prstGeom>
          <a:solidFill>
            <a:srgbClr val="2F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Rectangle 845"/>
          <p:cNvSpPr/>
          <p:nvPr/>
        </p:nvSpPr>
        <p:spPr>
          <a:xfrm>
            <a:off x="579120" y="4152900"/>
            <a:ext cx="79756" cy="40386"/>
          </a:xfrm>
          <a:prstGeom prst="rect">
            <a:avLst/>
          </a:prstGeom>
          <a:solidFill>
            <a:srgbClr val="3B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Rectangle 846"/>
          <p:cNvSpPr/>
          <p:nvPr/>
        </p:nvSpPr>
        <p:spPr>
          <a:xfrm>
            <a:off x="656590" y="4152900"/>
            <a:ext cx="79756" cy="40386"/>
          </a:xfrm>
          <a:prstGeom prst="rect">
            <a:avLst/>
          </a:prstGeom>
          <a:solidFill>
            <a:srgbClr val="45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Rectangle 847"/>
          <p:cNvSpPr/>
          <p:nvPr/>
        </p:nvSpPr>
        <p:spPr>
          <a:xfrm>
            <a:off x="734059" y="4152900"/>
            <a:ext cx="79756" cy="40386"/>
          </a:xfrm>
          <a:prstGeom prst="rect">
            <a:avLst/>
          </a:prstGeom>
          <a:solidFill>
            <a:srgbClr val="50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Rectangle 848"/>
          <p:cNvSpPr/>
          <p:nvPr/>
        </p:nvSpPr>
        <p:spPr>
          <a:xfrm>
            <a:off x="811530" y="4152900"/>
            <a:ext cx="79756" cy="40386"/>
          </a:xfrm>
          <a:prstGeom prst="rect">
            <a:avLst/>
          </a:prstGeom>
          <a:solidFill>
            <a:srgbClr val="5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Rectangle 849"/>
          <p:cNvSpPr/>
          <p:nvPr/>
        </p:nvSpPr>
        <p:spPr>
          <a:xfrm>
            <a:off x="888999" y="4152900"/>
            <a:ext cx="79756" cy="40386"/>
          </a:xfrm>
          <a:prstGeom prst="rect">
            <a:avLst/>
          </a:prstGeom>
          <a:solidFill>
            <a:srgbClr val="2C3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Rectangle 850"/>
          <p:cNvSpPr/>
          <p:nvPr/>
        </p:nvSpPr>
        <p:spPr>
          <a:xfrm>
            <a:off x="966470" y="4152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Rectangle 851"/>
          <p:cNvSpPr/>
          <p:nvPr/>
        </p:nvSpPr>
        <p:spPr>
          <a:xfrm>
            <a:off x="1043940" y="4152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Rectangle 852"/>
          <p:cNvSpPr/>
          <p:nvPr/>
        </p:nvSpPr>
        <p:spPr>
          <a:xfrm>
            <a:off x="1121410" y="4152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Rectangle 853"/>
          <p:cNvSpPr/>
          <p:nvPr/>
        </p:nvSpPr>
        <p:spPr>
          <a:xfrm>
            <a:off x="1198879" y="4152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Rectangle 854"/>
          <p:cNvSpPr/>
          <p:nvPr/>
        </p:nvSpPr>
        <p:spPr>
          <a:xfrm>
            <a:off x="1276350" y="4152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Rectangle 855"/>
          <p:cNvSpPr/>
          <p:nvPr/>
        </p:nvSpPr>
        <p:spPr>
          <a:xfrm>
            <a:off x="1353820" y="4152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Rectangle 856"/>
          <p:cNvSpPr/>
          <p:nvPr/>
        </p:nvSpPr>
        <p:spPr>
          <a:xfrm>
            <a:off x="1431289" y="4152900"/>
            <a:ext cx="79756" cy="40386"/>
          </a:xfrm>
          <a:prstGeom prst="rect">
            <a:avLst/>
          </a:prstGeom>
          <a:solidFill>
            <a:srgbClr val="2C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Rectangle 857"/>
          <p:cNvSpPr/>
          <p:nvPr/>
        </p:nvSpPr>
        <p:spPr>
          <a:xfrm>
            <a:off x="1508760" y="4152900"/>
            <a:ext cx="79756" cy="40386"/>
          </a:xfrm>
          <a:prstGeom prst="rect">
            <a:avLst/>
          </a:prstGeom>
          <a:solidFill>
            <a:srgbClr val="5D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Rectangle 858"/>
          <p:cNvSpPr/>
          <p:nvPr/>
        </p:nvSpPr>
        <p:spPr>
          <a:xfrm>
            <a:off x="1586229" y="4152900"/>
            <a:ext cx="79756" cy="40386"/>
          </a:xfrm>
          <a:prstGeom prst="rect">
            <a:avLst/>
          </a:prstGeom>
          <a:solidFill>
            <a:srgbClr val="71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Rectangle 859"/>
          <p:cNvSpPr/>
          <p:nvPr/>
        </p:nvSpPr>
        <p:spPr>
          <a:xfrm>
            <a:off x="1663700" y="4152900"/>
            <a:ext cx="79756" cy="40386"/>
          </a:xfrm>
          <a:prstGeom prst="rect">
            <a:avLst/>
          </a:prstGeom>
          <a:solidFill>
            <a:srgbClr val="799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Rectangle 860"/>
          <p:cNvSpPr/>
          <p:nvPr/>
        </p:nvSpPr>
        <p:spPr>
          <a:xfrm>
            <a:off x="1741170" y="4152900"/>
            <a:ext cx="79756" cy="40386"/>
          </a:xfrm>
          <a:prstGeom prst="rect">
            <a:avLst/>
          </a:prstGeom>
          <a:solidFill>
            <a:srgbClr val="7FA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Rectangle 861"/>
          <p:cNvSpPr/>
          <p:nvPr/>
        </p:nvSpPr>
        <p:spPr>
          <a:xfrm>
            <a:off x="1818639" y="4152900"/>
            <a:ext cx="79756" cy="40386"/>
          </a:xfrm>
          <a:prstGeom prst="rect">
            <a:avLst/>
          </a:prstGeom>
          <a:solidFill>
            <a:srgbClr val="5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Rectangle 862"/>
          <p:cNvSpPr/>
          <p:nvPr/>
        </p:nvSpPr>
        <p:spPr>
          <a:xfrm>
            <a:off x="1896110" y="4152900"/>
            <a:ext cx="79756" cy="40386"/>
          </a:xfrm>
          <a:prstGeom prst="rect">
            <a:avLst/>
          </a:prstGeom>
          <a:solidFill>
            <a:srgbClr val="7D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Rectangle 863"/>
          <p:cNvSpPr/>
          <p:nvPr/>
        </p:nvSpPr>
        <p:spPr>
          <a:xfrm>
            <a:off x="1973580" y="4152900"/>
            <a:ext cx="79756" cy="40386"/>
          </a:xfrm>
          <a:prstGeom prst="rect">
            <a:avLst/>
          </a:prstGeom>
          <a:solidFill>
            <a:srgbClr val="7C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Rectangle 864"/>
          <p:cNvSpPr/>
          <p:nvPr/>
        </p:nvSpPr>
        <p:spPr>
          <a:xfrm>
            <a:off x="2051049" y="4152900"/>
            <a:ext cx="79756" cy="40386"/>
          </a:xfrm>
          <a:prstGeom prst="rect">
            <a:avLst/>
          </a:prstGeom>
          <a:solidFill>
            <a:srgbClr val="769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Rectangle 865"/>
          <p:cNvSpPr/>
          <p:nvPr/>
        </p:nvSpPr>
        <p:spPr>
          <a:xfrm>
            <a:off x="2128520" y="4152900"/>
            <a:ext cx="79756" cy="40386"/>
          </a:xfrm>
          <a:prstGeom prst="rect">
            <a:avLst/>
          </a:prstGeom>
          <a:solidFill>
            <a:srgbClr val="557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Rectangle 866"/>
          <p:cNvSpPr/>
          <p:nvPr/>
        </p:nvSpPr>
        <p:spPr>
          <a:xfrm>
            <a:off x="2205990" y="4152900"/>
            <a:ext cx="79756" cy="40386"/>
          </a:xfrm>
          <a:prstGeom prst="rect">
            <a:avLst/>
          </a:prstGeom>
          <a:solidFill>
            <a:srgbClr val="5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Rectangle 867"/>
          <p:cNvSpPr/>
          <p:nvPr/>
        </p:nvSpPr>
        <p:spPr>
          <a:xfrm>
            <a:off x="2283459" y="4152900"/>
            <a:ext cx="79756" cy="40386"/>
          </a:xfrm>
          <a:prstGeom prst="rect">
            <a:avLst/>
          </a:prstGeom>
          <a:solidFill>
            <a:srgbClr val="62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Rectangle 868"/>
          <p:cNvSpPr/>
          <p:nvPr/>
        </p:nvSpPr>
        <p:spPr>
          <a:xfrm>
            <a:off x="2360930" y="4152900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Rectangle 869"/>
          <p:cNvSpPr/>
          <p:nvPr/>
        </p:nvSpPr>
        <p:spPr>
          <a:xfrm>
            <a:off x="2438400" y="4152900"/>
            <a:ext cx="79756" cy="40386"/>
          </a:xfrm>
          <a:prstGeom prst="rect">
            <a:avLst/>
          </a:prstGeom>
          <a:solidFill>
            <a:srgbClr val="7A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Rectangle 870"/>
          <p:cNvSpPr/>
          <p:nvPr/>
        </p:nvSpPr>
        <p:spPr>
          <a:xfrm>
            <a:off x="2515870" y="4152900"/>
            <a:ext cx="79756" cy="40386"/>
          </a:xfrm>
          <a:prstGeom prst="rect">
            <a:avLst/>
          </a:prstGeom>
          <a:solidFill>
            <a:srgbClr val="84A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Rectangle 871"/>
          <p:cNvSpPr/>
          <p:nvPr/>
        </p:nvSpPr>
        <p:spPr>
          <a:xfrm>
            <a:off x="2593339" y="4152900"/>
            <a:ext cx="79756" cy="40386"/>
          </a:xfrm>
          <a:prstGeom prst="rect">
            <a:avLst/>
          </a:prstGeom>
          <a:solidFill>
            <a:srgbClr val="86A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Rectangle 872"/>
          <p:cNvSpPr/>
          <p:nvPr/>
        </p:nvSpPr>
        <p:spPr>
          <a:xfrm>
            <a:off x="2670810" y="4152900"/>
            <a:ext cx="79756" cy="40386"/>
          </a:xfrm>
          <a:prstGeom prst="rect">
            <a:avLst/>
          </a:prstGeom>
          <a:solidFill>
            <a:srgbClr val="88B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Rectangle 873"/>
          <p:cNvSpPr/>
          <p:nvPr/>
        </p:nvSpPr>
        <p:spPr>
          <a:xfrm>
            <a:off x="2748280" y="4152900"/>
            <a:ext cx="79756" cy="40386"/>
          </a:xfrm>
          <a:prstGeom prst="rect">
            <a:avLst/>
          </a:prstGeom>
          <a:solidFill>
            <a:srgbClr val="7D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Rectangle 874"/>
          <p:cNvSpPr/>
          <p:nvPr/>
        </p:nvSpPr>
        <p:spPr>
          <a:xfrm>
            <a:off x="2825750" y="4152900"/>
            <a:ext cx="79756" cy="40386"/>
          </a:xfrm>
          <a:prstGeom prst="rect">
            <a:avLst/>
          </a:prstGeom>
          <a:solidFill>
            <a:srgbClr val="709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Rectangle 875"/>
          <p:cNvSpPr/>
          <p:nvPr/>
        </p:nvSpPr>
        <p:spPr>
          <a:xfrm>
            <a:off x="2903220" y="4152900"/>
            <a:ext cx="79756" cy="40386"/>
          </a:xfrm>
          <a:prstGeom prst="rect">
            <a:avLst/>
          </a:prstGeom>
          <a:solidFill>
            <a:srgbClr val="7E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Rectangle 876"/>
          <p:cNvSpPr/>
          <p:nvPr/>
        </p:nvSpPr>
        <p:spPr>
          <a:xfrm>
            <a:off x="2980690" y="41529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Rectangle 877"/>
          <p:cNvSpPr/>
          <p:nvPr/>
        </p:nvSpPr>
        <p:spPr>
          <a:xfrm>
            <a:off x="3058159" y="4152900"/>
            <a:ext cx="79756" cy="40386"/>
          </a:xfrm>
          <a:prstGeom prst="rect">
            <a:avLst/>
          </a:prstGeom>
          <a:solidFill>
            <a:srgbClr val="648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Rectangle 878"/>
          <p:cNvSpPr/>
          <p:nvPr/>
        </p:nvSpPr>
        <p:spPr>
          <a:xfrm>
            <a:off x="3135630" y="4152900"/>
            <a:ext cx="79756" cy="40386"/>
          </a:xfrm>
          <a:prstGeom prst="rect">
            <a:avLst/>
          </a:prstGeom>
          <a:solidFill>
            <a:srgbClr val="43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Rectangle 879"/>
          <p:cNvSpPr/>
          <p:nvPr/>
        </p:nvSpPr>
        <p:spPr>
          <a:xfrm>
            <a:off x="3213100" y="4152900"/>
            <a:ext cx="79756" cy="40386"/>
          </a:xfrm>
          <a:prstGeom prst="rect">
            <a:avLst/>
          </a:prstGeom>
          <a:solidFill>
            <a:srgbClr val="719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Rectangle 880"/>
          <p:cNvSpPr/>
          <p:nvPr/>
        </p:nvSpPr>
        <p:spPr>
          <a:xfrm>
            <a:off x="3290570" y="4152900"/>
            <a:ext cx="79756" cy="40386"/>
          </a:xfrm>
          <a:prstGeom prst="rect">
            <a:avLst/>
          </a:prstGeom>
          <a:solidFill>
            <a:srgbClr val="7C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Rectangle 881"/>
          <p:cNvSpPr/>
          <p:nvPr/>
        </p:nvSpPr>
        <p:spPr>
          <a:xfrm>
            <a:off x="3368040" y="4152900"/>
            <a:ext cx="79756" cy="40386"/>
          </a:xfrm>
          <a:prstGeom prst="rect">
            <a:avLst/>
          </a:prstGeom>
          <a:solidFill>
            <a:srgbClr val="83A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Rectangle 882"/>
          <p:cNvSpPr/>
          <p:nvPr/>
        </p:nvSpPr>
        <p:spPr>
          <a:xfrm>
            <a:off x="3445510" y="4152900"/>
            <a:ext cx="79756" cy="40386"/>
          </a:xfrm>
          <a:prstGeom prst="rect">
            <a:avLst/>
          </a:prstGeom>
          <a:solidFill>
            <a:srgbClr val="799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Rectangle 883"/>
          <p:cNvSpPr/>
          <p:nvPr/>
        </p:nvSpPr>
        <p:spPr>
          <a:xfrm>
            <a:off x="3522979" y="4152900"/>
            <a:ext cx="79756" cy="40386"/>
          </a:xfrm>
          <a:prstGeom prst="rect">
            <a:avLst/>
          </a:prstGeom>
          <a:solidFill>
            <a:srgbClr val="4A6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Rectangle 884"/>
          <p:cNvSpPr/>
          <p:nvPr/>
        </p:nvSpPr>
        <p:spPr>
          <a:xfrm>
            <a:off x="3600450" y="4152900"/>
            <a:ext cx="79756" cy="40386"/>
          </a:xfrm>
          <a:prstGeom prst="rect">
            <a:avLst/>
          </a:prstGeom>
          <a:solidFill>
            <a:srgbClr val="2C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Rectangle 885"/>
          <p:cNvSpPr/>
          <p:nvPr/>
        </p:nvSpPr>
        <p:spPr>
          <a:xfrm>
            <a:off x="3677920" y="4152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Rectangle 886"/>
          <p:cNvSpPr/>
          <p:nvPr/>
        </p:nvSpPr>
        <p:spPr>
          <a:xfrm>
            <a:off x="3755390" y="4152900"/>
            <a:ext cx="79756" cy="40386"/>
          </a:xfrm>
          <a:prstGeom prst="rect">
            <a:avLst/>
          </a:prstGeom>
          <a:solidFill>
            <a:srgbClr val="27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Rectangle 887"/>
          <p:cNvSpPr/>
          <p:nvPr/>
        </p:nvSpPr>
        <p:spPr>
          <a:xfrm>
            <a:off x="3832860" y="4152900"/>
            <a:ext cx="79756" cy="40386"/>
          </a:xfrm>
          <a:prstGeom prst="rect">
            <a:avLst/>
          </a:prstGeom>
          <a:solidFill>
            <a:srgbClr val="2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Rectangle 888"/>
          <p:cNvSpPr/>
          <p:nvPr/>
        </p:nvSpPr>
        <p:spPr>
          <a:xfrm>
            <a:off x="3910330" y="4152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Rectangle 889"/>
          <p:cNvSpPr/>
          <p:nvPr/>
        </p:nvSpPr>
        <p:spPr>
          <a:xfrm>
            <a:off x="3987799" y="4152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Rectangle 890"/>
          <p:cNvSpPr/>
          <p:nvPr/>
        </p:nvSpPr>
        <p:spPr>
          <a:xfrm>
            <a:off x="4065270" y="4152900"/>
            <a:ext cx="79756" cy="40386"/>
          </a:xfrm>
          <a:prstGeom prst="rect">
            <a:avLst/>
          </a:prstGeom>
          <a:solidFill>
            <a:srgbClr val="354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Rectangle 891"/>
          <p:cNvSpPr/>
          <p:nvPr/>
        </p:nvSpPr>
        <p:spPr>
          <a:xfrm>
            <a:off x="4142740" y="4152900"/>
            <a:ext cx="79756" cy="40386"/>
          </a:xfrm>
          <a:prstGeom prst="rect">
            <a:avLst/>
          </a:prstGeom>
          <a:solidFill>
            <a:srgbClr val="648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Rectangle 892"/>
          <p:cNvSpPr/>
          <p:nvPr/>
        </p:nvSpPr>
        <p:spPr>
          <a:xfrm>
            <a:off x="4220209" y="4152900"/>
            <a:ext cx="79756" cy="40386"/>
          </a:xfrm>
          <a:prstGeom prst="rect">
            <a:avLst/>
          </a:prstGeom>
          <a:solidFill>
            <a:srgbClr val="709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Rectangle 893"/>
          <p:cNvSpPr/>
          <p:nvPr/>
        </p:nvSpPr>
        <p:spPr>
          <a:xfrm>
            <a:off x="4297680" y="41529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Rectangle 894"/>
          <p:cNvSpPr/>
          <p:nvPr/>
        </p:nvSpPr>
        <p:spPr>
          <a:xfrm>
            <a:off x="4375150" y="4152900"/>
            <a:ext cx="79756" cy="40386"/>
          </a:xfrm>
          <a:prstGeom prst="rect">
            <a:avLst/>
          </a:prstGeom>
          <a:solidFill>
            <a:srgbClr val="709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Rectangle 895"/>
          <p:cNvSpPr/>
          <p:nvPr/>
        </p:nvSpPr>
        <p:spPr>
          <a:xfrm>
            <a:off x="4452619" y="4152900"/>
            <a:ext cx="79756" cy="40386"/>
          </a:xfrm>
          <a:prstGeom prst="rect">
            <a:avLst/>
          </a:prstGeom>
          <a:solidFill>
            <a:srgbClr val="3D5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Rectangle 896"/>
          <p:cNvSpPr/>
          <p:nvPr/>
        </p:nvSpPr>
        <p:spPr>
          <a:xfrm>
            <a:off x="4530090" y="4152900"/>
            <a:ext cx="79756" cy="40386"/>
          </a:xfrm>
          <a:prstGeom prst="rect">
            <a:avLst/>
          </a:prstGeom>
          <a:solidFill>
            <a:srgbClr val="69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Rectangle 897"/>
          <p:cNvSpPr/>
          <p:nvPr/>
        </p:nvSpPr>
        <p:spPr>
          <a:xfrm>
            <a:off x="4607560" y="4152900"/>
            <a:ext cx="79756" cy="40386"/>
          </a:xfrm>
          <a:prstGeom prst="rect">
            <a:avLst/>
          </a:prstGeom>
          <a:solidFill>
            <a:srgbClr val="618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Rectangle 898"/>
          <p:cNvSpPr/>
          <p:nvPr/>
        </p:nvSpPr>
        <p:spPr>
          <a:xfrm>
            <a:off x="4685030" y="4152900"/>
            <a:ext cx="79756" cy="40386"/>
          </a:xfrm>
          <a:prstGeom prst="rect">
            <a:avLst/>
          </a:prstGeom>
          <a:solidFill>
            <a:srgbClr val="577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Rectangle 899"/>
          <p:cNvSpPr/>
          <p:nvPr/>
        </p:nvSpPr>
        <p:spPr>
          <a:xfrm>
            <a:off x="4762500" y="4152900"/>
            <a:ext cx="79756" cy="40386"/>
          </a:xfrm>
          <a:prstGeom prst="rect">
            <a:avLst/>
          </a:prstGeom>
          <a:solidFill>
            <a:srgbClr val="304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Rectangle 900"/>
          <p:cNvSpPr/>
          <p:nvPr/>
        </p:nvSpPr>
        <p:spPr>
          <a:xfrm>
            <a:off x="4839970" y="4152900"/>
            <a:ext cx="79756" cy="40386"/>
          </a:xfrm>
          <a:prstGeom prst="rect">
            <a:avLst/>
          </a:prstGeom>
          <a:solidFill>
            <a:srgbClr val="384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4917440" y="4152900"/>
            <a:ext cx="79756" cy="40386"/>
          </a:xfrm>
          <a:prstGeom prst="rect">
            <a:avLst/>
          </a:prstGeom>
          <a:solidFill>
            <a:srgbClr val="3A5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4994910" y="4152900"/>
            <a:ext cx="79756" cy="40386"/>
          </a:xfrm>
          <a:prstGeom prst="rect">
            <a:avLst/>
          </a:prstGeom>
          <a:solidFill>
            <a:srgbClr val="3F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Rectangle 903"/>
          <p:cNvSpPr/>
          <p:nvPr/>
        </p:nvSpPr>
        <p:spPr>
          <a:xfrm>
            <a:off x="5072379" y="4152900"/>
            <a:ext cx="79756" cy="40386"/>
          </a:xfrm>
          <a:prstGeom prst="rect">
            <a:avLst/>
          </a:prstGeom>
          <a:solidFill>
            <a:srgbClr val="4762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Rectangle 904"/>
          <p:cNvSpPr/>
          <p:nvPr/>
        </p:nvSpPr>
        <p:spPr>
          <a:xfrm>
            <a:off x="5149850" y="4152900"/>
            <a:ext cx="79756" cy="40386"/>
          </a:xfrm>
          <a:prstGeom prst="rect">
            <a:avLst/>
          </a:prstGeom>
          <a:solidFill>
            <a:srgbClr val="4D6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Rectangle 905"/>
          <p:cNvSpPr/>
          <p:nvPr/>
        </p:nvSpPr>
        <p:spPr>
          <a:xfrm>
            <a:off x="579120" y="4114800"/>
            <a:ext cx="79756" cy="40386"/>
          </a:xfrm>
          <a:prstGeom prst="rect">
            <a:avLst/>
          </a:prstGeom>
          <a:solidFill>
            <a:srgbClr val="29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Rectangle 906"/>
          <p:cNvSpPr/>
          <p:nvPr/>
        </p:nvSpPr>
        <p:spPr>
          <a:xfrm>
            <a:off x="656590" y="4114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Rectangle 907"/>
          <p:cNvSpPr/>
          <p:nvPr/>
        </p:nvSpPr>
        <p:spPr>
          <a:xfrm>
            <a:off x="734059" y="4114800"/>
            <a:ext cx="79756" cy="40386"/>
          </a:xfrm>
          <a:prstGeom prst="rect">
            <a:avLst/>
          </a:prstGeom>
          <a:solidFill>
            <a:srgbClr val="39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811530" y="4114800"/>
            <a:ext cx="79756" cy="40386"/>
          </a:xfrm>
          <a:prstGeom prst="rect">
            <a:avLst/>
          </a:prstGeom>
          <a:solidFill>
            <a:srgbClr val="5C7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888999" y="4114800"/>
            <a:ext cx="79756" cy="40386"/>
          </a:xfrm>
          <a:prstGeom prst="rect">
            <a:avLst/>
          </a:prstGeom>
          <a:solidFill>
            <a:srgbClr val="62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Rectangle 910"/>
          <p:cNvSpPr/>
          <p:nvPr/>
        </p:nvSpPr>
        <p:spPr>
          <a:xfrm>
            <a:off x="966470" y="4114800"/>
            <a:ext cx="79756" cy="40386"/>
          </a:xfrm>
          <a:prstGeom prst="rect">
            <a:avLst/>
          </a:prstGeom>
          <a:solidFill>
            <a:srgbClr val="668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Rectangle 911"/>
          <p:cNvSpPr/>
          <p:nvPr/>
        </p:nvSpPr>
        <p:spPr>
          <a:xfrm>
            <a:off x="1043940" y="4114800"/>
            <a:ext cx="79756" cy="40386"/>
          </a:xfrm>
          <a:prstGeom prst="rect">
            <a:avLst/>
          </a:prstGeom>
          <a:solidFill>
            <a:srgbClr val="69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Rectangle 912"/>
          <p:cNvSpPr/>
          <p:nvPr/>
        </p:nvSpPr>
        <p:spPr>
          <a:xfrm>
            <a:off x="1121410" y="4114800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Rectangle 913"/>
          <p:cNvSpPr/>
          <p:nvPr/>
        </p:nvSpPr>
        <p:spPr>
          <a:xfrm>
            <a:off x="1198879" y="4114800"/>
            <a:ext cx="79756" cy="40386"/>
          </a:xfrm>
          <a:prstGeom prst="rect">
            <a:avLst/>
          </a:prstGeom>
          <a:solidFill>
            <a:srgbClr val="5F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Rectangle 914"/>
          <p:cNvSpPr/>
          <p:nvPr/>
        </p:nvSpPr>
        <p:spPr>
          <a:xfrm>
            <a:off x="1276350" y="41148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1353820" y="4114800"/>
            <a:ext cx="79756" cy="40386"/>
          </a:xfrm>
          <a:prstGeom prst="rect">
            <a:avLst/>
          </a:prstGeom>
          <a:solidFill>
            <a:srgbClr val="54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1431289" y="4114800"/>
            <a:ext cx="79756" cy="40386"/>
          </a:xfrm>
          <a:prstGeom prst="rect">
            <a:avLst/>
          </a:prstGeom>
          <a:solidFill>
            <a:srgbClr val="59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Rectangle 917"/>
          <p:cNvSpPr/>
          <p:nvPr/>
        </p:nvSpPr>
        <p:spPr>
          <a:xfrm>
            <a:off x="1508760" y="4114800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Rectangle 918"/>
          <p:cNvSpPr/>
          <p:nvPr/>
        </p:nvSpPr>
        <p:spPr>
          <a:xfrm>
            <a:off x="1586229" y="4114800"/>
            <a:ext cx="79756" cy="40386"/>
          </a:xfrm>
          <a:prstGeom prst="rect">
            <a:avLst/>
          </a:prstGeom>
          <a:solidFill>
            <a:srgbClr val="4B6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Rectangle 919"/>
          <p:cNvSpPr/>
          <p:nvPr/>
        </p:nvSpPr>
        <p:spPr>
          <a:xfrm>
            <a:off x="1663700" y="4114800"/>
            <a:ext cx="79756" cy="40386"/>
          </a:xfrm>
          <a:prstGeom prst="rect">
            <a:avLst/>
          </a:prstGeom>
          <a:solidFill>
            <a:srgbClr val="324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1741170" y="4114800"/>
            <a:ext cx="79756" cy="40386"/>
          </a:xfrm>
          <a:prstGeom prst="rect">
            <a:avLst/>
          </a:prstGeom>
          <a:solidFill>
            <a:srgbClr val="709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Rectangle 921"/>
          <p:cNvSpPr/>
          <p:nvPr/>
        </p:nvSpPr>
        <p:spPr>
          <a:xfrm>
            <a:off x="1818639" y="4114800"/>
            <a:ext cx="79756" cy="40386"/>
          </a:xfrm>
          <a:prstGeom prst="rect">
            <a:avLst/>
          </a:prstGeom>
          <a:solidFill>
            <a:srgbClr val="80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Rectangle 922"/>
          <p:cNvSpPr/>
          <p:nvPr/>
        </p:nvSpPr>
        <p:spPr>
          <a:xfrm>
            <a:off x="1896110" y="4114800"/>
            <a:ext cx="79756" cy="40386"/>
          </a:xfrm>
          <a:prstGeom prst="rect">
            <a:avLst/>
          </a:prstGeom>
          <a:solidFill>
            <a:srgbClr val="7F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Rectangle 923"/>
          <p:cNvSpPr/>
          <p:nvPr/>
        </p:nvSpPr>
        <p:spPr>
          <a:xfrm>
            <a:off x="1973580" y="4114800"/>
            <a:ext cx="79756" cy="40386"/>
          </a:xfrm>
          <a:prstGeom prst="rect">
            <a:avLst/>
          </a:prstGeom>
          <a:solidFill>
            <a:srgbClr val="4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Rectangle 924"/>
          <p:cNvSpPr/>
          <p:nvPr/>
        </p:nvSpPr>
        <p:spPr>
          <a:xfrm>
            <a:off x="2051049" y="4114800"/>
            <a:ext cx="79756" cy="40386"/>
          </a:xfrm>
          <a:prstGeom prst="rect">
            <a:avLst/>
          </a:prstGeom>
          <a:solidFill>
            <a:srgbClr val="6E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Rectangle 925"/>
          <p:cNvSpPr/>
          <p:nvPr/>
        </p:nvSpPr>
        <p:spPr>
          <a:xfrm>
            <a:off x="2128520" y="4114800"/>
            <a:ext cx="79756" cy="40386"/>
          </a:xfrm>
          <a:prstGeom prst="rect">
            <a:avLst/>
          </a:prstGeom>
          <a:solidFill>
            <a:srgbClr val="688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Rectangle 926"/>
          <p:cNvSpPr/>
          <p:nvPr/>
        </p:nvSpPr>
        <p:spPr>
          <a:xfrm>
            <a:off x="2205990" y="4114800"/>
            <a:ext cx="79756" cy="40386"/>
          </a:xfrm>
          <a:prstGeom prst="rect">
            <a:avLst/>
          </a:prstGeom>
          <a:solidFill>
            <a:srgbClr val="62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Rectangle 927"/>
          <p:cNvSpPr/>
          <p:nvPr/>
        </p:nvSpPr>
        <p:spPr>
          <a:xfrm>
            <a:off x="2283459" y="4114800"/>
            <a:ext cx="79756" cy="40386"/>
          </a:xfrm>
          <a:prstGeom prst="rect">
            <a:avLst/>
          </a:prstGeom>
          <a:solidFill>
            <a:srgbClr val="395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Rectangle 928"/>
          <p:cNvSpPr/>
          <p:nvPr/>
        </p:nvSpPr>
        <p:spPr>
          <a:xfrm>
            <a:off x="2360930" y="4114800"/>
            <a:ext cx="79756" cy="40386"/>
          </a:xfrm>
          <a:prstGeom prst="rect">
            <a:avLst/>
          </a:prstGeom>
          <a:solidFill>
            <a:srgbClr val="384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Rectangle 929"/>
          <p:cNvSpPr/>
          <p:nvPr/>
        </p:nvSpPr>
        <p:spPr>
          <a:xfrm>
            <a:off x="2438400" y="4114800"/>
            <a:ext cx="79756" cy="40386"/>
          </a:xfrm>
          <a:prstGeom prst="rect">
            <a:avLst/>
          </a:prstGeom>
          <a:solidFill>
            <a:srgbClr val="526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2515870" y="4114800"/>
            <a:ext cx="79756" cy="40386"/>
          </a:xfrm>
          <a:prstGeom prst="rect">
            <a:avLst/>
          </a:prstGeom>
          <a:solidFill>
            <a:srgbClr val="55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Rectangle 931"/>
          <p:cNvSpPr/>
          <p:nvPr/>
        </p:nvSpPr>
        <p:spPr>
          <a:xfrm>
            <a:off x="2593339" y="4114800"/>
            <a:ext cx="79756" cy="40386"/>
          </a:xfrm>
          <a:prstGeom prst="rect">
            <a:avLst/>
          </a:prstGeom>
          <a:solidFill>
            <a:srgbClr val="41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Rectangle 932"/>
          <p:cNvSpPr/>
          <p:nvPr/>
        </p:nvSpPr>
        <p:spPr>
          <a:xfrm>
            <a:off x="2670810" y="4114800"/>
            <a:ext cx="79756" cy="40386"/>
          </a:xfrm>
          <a:prstGeom prst="rect">
            <a:avLst/>
          </a:prstGeom>
          <a:solidFill>
            <a:srgbClr val="6A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Rectangle 933"/>
          <p:cNvSpPr/>
          <p:nvPr/>
        </p:nvSpPr>
        <p:spPr>
          <a:xfrm>
            <a:off x="2748280" y="4114800"/>
            <a:ext cx="79756" cy="40386"/>
          </a:xfrm>
          <a:prstGeom prst="rect">
            <a:avLst/>
          </a:prstGeom>
          <a:solidFill>
            <a:srgbClr val="8AB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Rectangle 934"/>
          <p:cNvSpPr/>
          <p:nvPr/>
        </p:nvSpPr>
        <p:spPr>
          <a:xfrm>
            <a:off x="2825750" y="4114800"/>
            <a:ext cx="79756" cy="40386"/>
          </a:xfrm>
          <a:prstGeom prst="rect">
            <a:avLst/>
          </a:prstGeom>
          <a:solidFill>
            <a:srgbClr val="85A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Rectangle 935"/>
          <p:cNvSpPr/>
          <p:nvPr/>
        </p:nvSpPr>
        <p:spPr>
          <a:xfrm>
            <a:off x="2903220" y="4114800"/>
            <a:ext cx="79756" cy="40386"/>
          </a:xfrm>
          <a:prstGeom prst="rect">
            <a:avLst/>
          </a:prstGeom>
          <a:solidFill>
            <a:srgbClr val="759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Rectangle 936"/>
          <p:cNvSpPr/>
          <p:nvPr/>
        </p:nvSpPr>
        <p:spPr>
          <a:xfrm>
            <a:off x="2980690" y="4114800"/>
            <a:ext cx="79756" cy="40386"/>
          </a:xfrm>
          <a:prstGeom prst="rect">
            <a:avLst/>
          </a:prstGeom>
          <a:solidFill>
            <a:srgbClr val="44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Rectangle 937"/>
          <p:cNvSpPr/>
          <p:nvPr/>
        </p:nvSpPr>
        <p:spPr>
          <a:xfrm>
            <a:off x="3058159" y="4114800"/>
            <a:ext cx="79756" cy="40386"/>
          </a:xfrm>
          <a:prstGeom prst="rect">
            <a:avLst/>
          </a:prstGeom>
          <a:solidFill>
            <a:srgbClr val="6A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Rectangle 938"/>
          <p:cNvSpPr/>
          <p:nvPr/>
        </p:nvSpPr>
        <p:spPr>
          <a:xfrm>
            <a:off x="3135630" y="4114800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Rectangle 939"/>
          <p:cNvSpPr/>
          <p:nvPr/>
        </p:nvSpPr>
        <p:spPr>
          <a:xfrm>
            <a:off x="3213100" y="4114800"/>
            <a:ext cx="79756" cy="40386"/>
          </a:xfrm>
          <a:prstGeom prst="rect">
            <a:avLst/>
          </a:prstGeom>
          <a:solidFill>
            <a:srgbClr val="52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Rectangle 940"/>
          <p:cNvSpPr/>
          <p:nvPr/>
        </p:nvSpPr>
        <p:spPr>
          <a:xfrm>
            <a:off x="3290570" y="4114800"/>
            <a:ext cx="79756" cy="40386"/>
          </a:xfrm>
          <a:prstGeom prst="rect">
            <a:avLst/>
          </a:prstGeom>
          <a:solidFill>
            <a:srgbClr val="36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Rectangle 941"/>
          <p:cNvSpPr/>
          <p:nvPr/>
        </p:nvSpPr>
        <p:spPr>
          <a:xfrm>
            <a:off x="3368040" y="4114800"/>
            <a:ext cx="79756" cy="40386"/>
          </a:xfrm>
          <a:prstGeom prst="rect">
            <a:avLst/>
          </a:prstGeom>
          <a:solidFill>
            <a:srgbClr val="6C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Rectangle 942"/>
          <p:cNvSpPr/>
          <p:nvPr/>
        </p:nvSpPr>
        <p:spPr>
          <a:xfrm>
            <a:off x="3445510" y="4114800"/>
            <a:ext cx="79756" cy="40386"/>
          </a:xfrm>
          <a:prstGeom prst="rect">
            <a:avLst/>
          </a:prstGeom>
          <a:solidFill>
            <a:srgbClr val="8CB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Rectangle 943"/>
          <p:cNvSpPr/>
          <p:nvPr/>
        </p:nvSpPr>
        <p:spPr>
          <a:xfrm>
            <a:off x="3522979" y="4114800"/>
            <a:ext cx="79756" cy="40386"/>
          </a:xfrm>
          <a:prstGeom prst="rect">
            <a:avLst/>
          </a:prstGeom>
          <a:solidFill>
            <a:srgbClr val="8CB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3600450" y="4114800"/>
            <a:ext cx="79756" cy="40386"/>
          </a:xfrm>
          <a:prstGeom prst="rect">
            <a:avLst/>
          </a:prstGeom>
          <a:solidFill>
            <a:srgbClr val="8CB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Rectangle 945"/>
          <p:cNvSpPr/>
          <p:nvPr/>
        </p:nvSpPr>
        <p:spPr>
          <a:xfrm>
            <a:off x="3677920" y="4114800"/>
            <a:ext cx="79756" cy="40386"/>
          </a:xfrm>
          <a:prstGeom prst="rect">
            <a:avLst/>
          </a:prstGeom>
          <a:solidFill>
            <a:srgbClr val="8AB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Rectangle 946"/>
          <p:cNvSpPr/>
          <p:nvPr/>
        </p:nvSpPr>
        <p:spPr>
          <a:xfrm>
            <a:off x="3755390" y="4114800"/>
            <a:ext cx="79756" cy="40386"/>
          </a:xfrm>
          <a:prstGeom prst="rect">
            <a:avLst/>
          </a:prstGeom>
          <a:solidFill>
            <a:srgbClr val="80A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Rectangle 947"/>
          <p:cNvSpPr/>
          <p:nvPr/>
        </p:nvSpPr>
        <p:spPr>
          <a:xfrm>
            <a:off x="3832860" y="4114800"/>
            <a:ext cx="79756" cy="40386"/>
          </a:xfrm>
          <a:prstGeom prst="rect">
            <a:avLst/>
          </a:prstGeom>
          <a:solidFill>
            <a:srgbClr val="759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Rectangle 948"/>
          <p:cNvSpPr/>
          <p:nvPr/>
        </p:nvSpPr>
        <p:spPr>
          <a:xfrm>
            <a:off x="3910330" y="4114800"/>
            <a:ext cx="79756" cy="40386"/>
          </a:xfrm>
          <a:prstGeom prst="rect">
            <a:avLst/>
          </a:prstGeom>
          <a:solidFill>
            <a:srgbClr val="6A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Rectangle 949"/>
          <p:cNvSpPr/>
          <p:nvPr/>
        </p:nvSpPr>
        <p:spPr>
          <a:xfrm>
            <a:off x="3987799" y="4114800"/>
            <a:ext cx="79756" cy="40386"/>
          </a:xfrm>
          <a:prstGeom prst="rect">
            <a:avLst/>
          </a:prstGeom>
          <a:solidFill>
            <a:srgbClr val="6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Rectangle 950"/>
          <p:cNvSpPr/>
          <p:nvPr/>
        </p:nvSpPr>
        <p:spPr>
          <a:xfrm>
            <a:off x="4065270" y="4114800"/>
            <a:ext cx="79756" cy="40386"/>
          </a:xfrm>
          <a:prstGeom prst="rect">
            <a:avLst/>
          </a:prstGeom>
          <a:solidFill>
            <a:srgbClr val="618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Rectangle 951"/>
          <p:cNvSpPr/>
          <p:nvPr/>
        </p:nvSpPr>
        <p:spPr>
          <a:xfrm>
            <a:off x="4142740" y="4114800"/>
            <a:ext cx="79756" cy="40386"/>
          </a:xfrm>
          <a:prstGeom prst="rect">
            <a:avLst/>
          </a:prstGeom>
          <a:solidFill>
            <a:srgbClr val="678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Rectangle 952"/>
          <p:cNvSpPr/>
          <p:nvPr/>
        </p:nvSpPr>
        <p:spPr>
          <a:xfrm>
            <a:off x="4220209" y="4114800"/>
            <a:ext cx="79756" cy="40386"/>
          </a:xfrm>
          <a:prstGeom prst="rect">
            <a:avLst/>
          </a:prstGeom>
          <a:solidFill>
            <a:srgbClr val="45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Rectangle 953"/>
          <p:cNvSpPr/>
          <p:nvPr/>
        </p:nvSpPr>
        <p:spPr>
          <a:xfrm>
            <a:off x="4297680" y="4114800"/>
            <a:ext cx="79756" cy="40386"/>
          </a:xfrm>
          <a:prstGeom prst="rect">
            <a:avLst/>
          </a:prstGeom>
          <a:solidFill>
            <a:srgbClr val="33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Rectangle 954"/>
          <p:cNvSpPr/>
          <p:nvPr/>
        </p:nvSpPr>
        <p:spPr>
          <a:xfrm>
            <a:off x="4375150" y="4114800"/>
            <a:ext cx="79756" cy="40386"/>
          </a:xfrm>
          <a:prstGeom prst="rect">
            <a:avLst/>
          </a:prstGeom>
          <a:solidFill>
            <a:srgbClr val="69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Rectangle 955"/>
          <p:cNvSpPr/>
          <p:nvPr/>
        </p:nvSpPr>
        <p:spPr>
          <a:xfrm>
            <a:off x="4452619" y="4114800"/>
            <a:ext cx="79756" cy="40386"/>
          </a:xfrm>
          <a:prstGeom prst="rect">
            <a:avLst/>
          </a:prstGeom>
          <a:solidFill>
            <a:srgbClr val="6D9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Rectangle 956"/>
          <p:cNvSpPr/>
          <p:nvPr/>
        </p:nvSpPr>
        <p:spPr>
          <a:xfrm>
            <a:off x="4530090" y="4114800"/>
            <a:ext cx="79756" cy="40386"/>
          </a:xfrm>
          <a:prstGeom prst="rect">
            <a:avLst/>
          </a:prstGeom>
          <a:solidFill>
            <a:srgbClr val="64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Rectangle 957"/>
          <p:cNvSpPr/>
          <p:nvPr/>
        </p:nvSpPr>
        <p:spPr>
          <a:xfrm>
            <a:off x="4607560" y="4114800"/>
            <a:ext cx="79756" cy="40386"/>
          </a:xfrm>
          <a:prstGeom prst="rect">
            <a:avLst/>
          </a:prstGeom>
          <a:solidFill>
            <a:srgbClr val="2D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4685030" y="4114800"/>
            <a:ext cx="79756" cy="40386"/>
          </a:xfrm>
          <a:prstGeom prst="rect">
            <a:avLst/>
          </a:prstGeom>
          <a:solidFill>
            <a:srgbClr val="516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Rectangle 959"/>
          <p:cNvSpPr/>
          <p:nvPr/>
        </p:nvSpPr>
        <p:spPr>
          <a:xfrm>
            <a:off x="4762500" y="4114800"/>
            <a:ext cx="79756" cy="40386"/>
          </a:xfrm>
          <a:prstGeom prst="rect">
            <a:avLst/>
          </a:prstGeom>
          <a:solidFill>
            <a:srgbClr val="45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Rectangle 960"/>
          <p:cNvSpPr/>
          <p:nvPr/>
        </p:nvSpPr>
        <p:spPr>
          <a:xfrm>
            <a:off x="4839970" y="4114800"/>
            <a:ext cx="79756" cy="40386"/>
          </a:xfrm>
          <a:prstGeom prst="rect">
            <a:avLst/>
          </a:prstGeom>
          <a:solidFill>
            <a:srgbClr val="3A5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Rectangle 961"/>
          <p:cNvSpPr/>
          <p:nvPr/>
        </p:nvSpPr>
        <p:spPr>
          <a:xfrm>
            <a:off x="4917440" y="4114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Rectangle 962"/>
          <p:cNvSpPr/>
          <p:nvPr/>
        </p:nvSpPr>
        <p:spPr>
          <a:xfrm>
            <a:off x="4994910" y="4114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Rectangle 963"/>
          <p:cNvSpPr/>
          <p:nvPr/>
        </p:nvSpPr>
        <p:spPr>
          <a:xfrm>
            <a:off x="5072379" y="4114800"/>
            <a:ext cx="79756" cy="40386"/>
          </a:xfrm>
          <a:prstGeom prst="rect">
            <a:avLst/>
          </a:prstGeom>
          <a:solidFill>
            <a:srgbClr val="28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Rectangle 964"/>
          <p:cNvSpPr/>
          <p:nvPr/>
        </p:nvSpPr>
        <p:spPr>
          <a:xfrm>
            <a:off x="5149850" y="4114800"/>
            <a:ext cx="79756" cy="40386"/>
          </a:xfrm>
          <a:prstGeom prst="rect">
            <a:avLst/>
          </a:prstGeom>
          <a:solidFill>
            <a:srgbClr val="263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Rectangle 965"/>
          <p:cNvSpPr/>
          <p:nvPr/>
        </p:nvSpPr>
        <p:spPr>
          <a:xfrm>
            <a:off x="579120" y="4076699"/>
            <a:ext cx="79756" cy="40386"/>
          </a:xfrm>
          <a:prstGeom prst="rect">
            <a:avLst/>
          </a:prstGeom>
          <a:solidFill>
            <a:srgbClr val="37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Rectangle 966"/>
          <p:cNvSpPr/>
          <p:nvPr/>
        </p:nvSpPr>
        <p:spPr>
          <a:xfrm>
            <a:off x="656590" y="4076699"/>
            <a:ext cx="79756" cy="40386"/>
          </a:xfrm>
          <a:prstGeom prst="rect">
            <a:avLst/>
          </a:prstGeom>
          <a:solidFill>
            <a:srgbClr val="41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Rectangle 967"/>
          <p:cNvSpPr/>
          <p:nvPr/>
        </p:nvSpPr>
        <p:spPr>
          <a:xfrm>
            <a:off x="734059" y="4076699"/>
            <a:ext cx="79756" cy="40386"/>
          </a:xfrm>
          <a:prstGeom prst="rect">
            <a:avLst/>
          </a:prstGeom>
          <a:solidFill>
            <a:srgbClr val="34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Rectangle 968"/>
          <p:cNvSpPr/>
          <p:nvPr/>
        </p:nvSpPr>
        <p:spPr>
          <a:xfrm>
            <a:off x="811530" y="40766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Rectangle 969"/>
          <p:cNvSpPr/>
          <p:nvPr/>
        </p:nvSpPr>
        <p:spPr>
          <a:xfrm>
            <a:off x="888999" y="4076699"/>
            <a:ext cx="79756" cy="40386"/>
          </a:xfrm>
          <a:prstGeom prst="rect">
            <a:avLst/>
          </a:prstGeom>
          <a:solidFill>
            <a:srgbClr val="21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Rectangle 970"/>
          <p:cNvSpPr/>
          <p:nvPr/>
        </p:nvSpPr>
        <p:spPr>
          <a:xfrm>
            <a:off x="966470" y="4076699"/>
            <a:ext cx="79756" cy="40386"/>
          </a:xfrm>
          <a:prstGeom prst="rect">
            <a:avLst/>
          </a:prstGeom>
          <a:solidFill>
            <a:srgbClr val="3D5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Rectangle 971"/>
          <p:cNvSpPr/>
          <p:nvPr/>
        </p:nvSpPr>
        <p:spPr>
          <a:xfrm>
            <a:off x="1043940" y="4076699"/>
            <a:ext cx="79756" cy="40386"/>
          </a:xfrm>
          <a:prstGeom prst="rect">
            <a:avLst/>
          </a:prstGeom>
          <a:solidFill>
            <a:srgbClr val="59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1121410" y="4076699"/>
            <a:ext cx="79756" cy="40386"/>
          </a:xfrm>
          <a:prstGeom prst="rect">
            <a:avLst/>
          </a:prstGeom>
          <a:solidFill>
            <a:srgbClr val="618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Rectangle 973"/>
          <p:cNvSpPr/>
          <p:nvPr/>
        </p:nvSpPr>
        <p:spPr>
          <a:xfrm>
            <a:off x="1198879" y="4076699"/>
            <a:ext cx="79756" cy="40386"/>
          </a:xfrm>
          <a:prstGeom prst="rect">
            <a:avLst/>
          </a:prstGeom>
          <a:solidFill>
            <a:srgbClr val="5B7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1276350" y="4076699"/>
            <a:ext cx="79756" cy="40386"/>
          </a:xfrm>
          <a:prstGeom prst="rect">
            <a:avLst/>
          </a:prstGeom>
          <a:solidFill>
            <a:srgbClr val="4B6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1353820" y="4076699"/>
            <a:ext cx="79756" cy="40386"/>
          </a:xfrm>
          <a:prstGeom prst="rect">
            <a:avLst/>
          </a:prstGeom>
          <a:solidFill>
            <a:srgbClr val="2C3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Rectangle 976"/>
          <p:cNvSpPr/>
          <p:nvPr/>
        </p:nvSpPr>
        <p:spPr>
          <a:xfrm>
            <a:off x="1431289" y="40766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Rectangle 977"/>
          <p:cNvSpPr/>
          <p:nvPr/>
        </p:nvSpPr>
        <p:spPr>
          <a:xfrm>
            <a:off x="1508760" y="4076699"/>
            <a:ext cx="79756" cy="40386"/>
          </a:xfrm>
          <a:prstGeom prst="rect">
            <a:avLst/>
          </a:prstGeom>
          <a:solidFill>
            <a:srgbClr val="223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Rectangle 978"/>
          <p:cNvSpPr/>
          <p:nvPr/>
        </p:nvSpPr>
        <p:spPr>
          <a:xfrm>
            <a:off x="1586229" y="4076699"/>
            <a:ext cx="79756" cy="40386"/>
          </a:xfrm>
          <a:prstGeom prst="rect">
            <a:avLst/>
          </a:prstGeom>
          <a:solidFill>
            <a:srgbClr val="59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Rectangle 979"/>
          <p:cNvSpPr/>
          <p:nvPr/>
        </p:nvSpPr>
        <p:spPr>
          <a:xfrm>
            <a:off x="1663700" y="4076699"/>
            <a:ext cx="79756" cy="40386"/>
          </a:xfrm>
          <a:prstGeom prst="rect">
            <a:avLst/>
          </a:prstGeom>
          <a:solidFill>
            <a:srgbClr val="75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Rectangle 980"/>
          <p:cNvSpPr/>
          <p:nvPr/>
        </p:nvSpPr>
        <p:spPr>
          <a:xfrm>
            <a:off x="1741170" y="4076699"/>
            <a:ext cx="79756" cy="40386"/>
          </a:xfrm>
          <a:prstGeom prst="rect">
            <a:avLst/>
          </a:prstGeom>
          <a:solidFill>
            <a:srgbClr val="7D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Rectangle 981"/>
          <p:cNvSpPr/>
          <p:nvPr/>
        </p:nvSpPr>
        <p:spPr>
          <a:xfrm>
            <a:off x="1818639" y="4076699"/>
            <a:ext cx="79756" cy="40386"/>
          </a:xfrm>
          <a:prstGeom prst="rect">
            <a:avLst/>
          </a:prstGeom>
          <a:solidFill>
            <a:srgbClr val="59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Rectangle 982"/>
          <p:cNvSpPr/>
          <p:nvPr/>
        </p:nvSpPr>
        <p:spPr>
          <a:xfrm>
            <a:off x="1896110" y="4076699"/>
            <a:ext cx="79756" cy="40386"/>
          </a:xfrm>
          <a:prstGeom prst="rect">
            <a:avLst/>
          </a:prstGeom>
          <a:solidFill>
            <a:srgbClr val="688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Rectangle 983"/>
          <p:cNvSpPr/>
          <p:nvPr/>
        </p:nvSpPr>
        <p:spPr>
          <a:xfrm>
            <a:off x="1973580" y="4076699"/>
            <a:ext cx="79756" cy="40386"/>
          </a:xfrm>
          <a:prstGeom prst="rect">
            <a:avLst/>
          </a:prstGeom>
          <a:solidFill>
            <a:srgbClr val="79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Rectangle 984"/>
          <p:cNvSpPr/>
          <p:nvPr/>
        </p:nvSpPr>
        <p:spPr>
          <a:xfrm>
            <a:off x="2051049" y="4076699"/>
            <a:ext cx="79756" cy="40386"/>
          </a:xfrm>
          <a:prstGeom prst="rect">
            <a:avLst/>
          </a:prstGeom>
          <a:solidFill>
            <a:srgbClr val="72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Rectangle 985"/>
          <p:cNvSpPr/>
          <p:nvPr/>
        </p:nvSpPr>
        <p:spPr>
          <a:xfrm>
            <a:off x="2128520" y="4076699"/>
            <a:ext cx="79756" cy="40386"/>
          </a:xfrm>
          <a:prstGeom prst="rect">
            <a:avLst/>
          </a:prstGeom>
          <a:solidFill>
            <a:srgbClr val="3C5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2205990" y="4076699"/>
            <a:ext cx="79756" cy="40386"/>
          </a:xfrm>
          <a:prstGeom prst="rect">
            <a:avLst/>
          </a:prstGeom>
          <a:solidFill>
            <a:srgbClr val="5B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Rectangle 987"/>
          <p:cNvSpPr/>
          <p:nvPr/>
        </p:nvSpPr>
        <p:spPr>
          <a:xfrm>
            <a:off x="2283459" y="4076699"/>
            <a:ext cx="79756" cy="40386"/>
          </a:xfrm>
          <a:prstGeom prst="rect">
            <a:avLst/>
          </a:prstGeom>
          <a:solidFill>
            <a:srgbClr val="6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2360930" y="4076699"/>
            <a:ext cx="79756" cy="40386"/>
          </a:xfrm>
          <a:prstGeom prst="rect">
            <a:avLst/>
          </a:prstGeom>
          <a:solidFill>
            <a:srgbClr val="6B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2438400" y="4076699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Rectangle 990"/>
          <p:cNvSpPr/>
          <p:nvPr/>
        </p:nvSpPr>
        <p:spPr>
          <a:xfrm>
            <a:off x="2515870" y="4076699"/>
            <a:ext cx="79756" cy="40386"/>
          </a:xfrm>
          <a:prstGeom prst="rect">
            <a:avLst/>
          </a:prstGeom>
          <a:solidFill>
            <a:srgbClr val="7C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Rectangle 991"/>
          <p:cNvSpPr/>
          <p:nvPr/>
        </p:nvSpPr>
        <p:spPr>
          <a:xfrm>
            <a:off x="2593339" y="4076699"/>
            <a:ext cx="79756" cy="40386"/>
          </a:xfrm>
          <a:prstGeom prst="rect">
            <a:avLst/>
          </a:prstGeom>
          <a:solidFill>
            <a:srgbClr val="86A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Rectangle 992"/>
          <p:cNvSpPr/>
          <p:nvPr/>
        </p:nvSpPr>
        <p:spPr>
          <a:xfrm>
            <a:off x="2670810" y="4076699"/>
            <a:ext cx="79756" cy="40386"/>
          </a:xfrm>
          <a:prstGeom prst="rect">
            <a:avLst/>
          </a:prstGeom>
          <a:solidFill>
            <a:srgbClr val="87B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Rectangle 993"/>
          <p:cNvSpPr/>
          <p:nvPr/>
        </p:nvSpPr>
        <p:spPr>
          <a:xfrm>
            <a:off x="2748280" y="4076699"/>
            <a:ext cx="79756" cy="40386"/>
          </a:xfrm>
          <a:prstGeom prst="rect">
            <a:avLst/>
          </a:prstGeom>
          <a:solidFill>
            <a:srgbClr val="7E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Rectangle 994"/>
          <p:cNvSpPr/>
          <p:nvPr/>
        </p:nvSpPr>
        <p:spPr>
          <a:xfrm>
            <a:off x="2825750" y="4076699"/>
            <a:ext cx="79756" cy="40386"/>
          </a:xfrm>
          <a:prstGeom prst="rect">
            <a:avLst/>
          </a:prstGeom>
          <a:solidFill>
            <a:srgbClr val="547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Rectangle 995"/>
          <p:cNvSpPr/>
          <p:nvPr/>
        </p:nvSpPr>
        <p:spPr>
          <a:xfrm>
            <a:off x="2903220" y="4076699"/>
            <a:ext cx="79756" cy="40386"/>
          </a:xfrm>
          <a:prstGeom prst="rect">
            <a:avLst/>
          </a:prstGeom>
          <a:solidFill>
            <a:srgbClr val="7D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Rectangle 996"/>
          <p:cNvSpPr/>
          <p:nvPr/>
        </p:nvSpPr>
        <p:spPr>
          <a:xfrm>
            <a:off x="2980690" y="4076699"/>
            <a:ext cx="79756" cy="40386"/>
          </a:xfrm>
          <a:prstGeom prst="rect">
            <a:avLst/>
          </a:prstGeom>
          <a:solidFill>
            <a:srgbClr val="729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Rectangle 997"/>
          <p:cNvSpPr/>
          <p:nvPr/>
        </p:nvSpPr>
        <p:spPr>
          <a:xfrm>
            <a:off x="3058159" y="4076699"/>
            <a:ext cx="79756" cy="40386"/>
          </a:xfrm>
          <a:prstGeom prst="rect">
            <a:avLst/>
          </a:prstGeom>
          <a:solidFill>
            <a:srgbClr val="4F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Rectangle 998"/>
          <p:cNvSpPr/>
          <p:nvPr/>
        </p:nvSpPr>
        <p:spPr>
          <a:xfrm>
            <a:off x="3135630" y="4076699"/>
            <a:ext cx="79756" cy="40386"/>
          </a:xfrm>
          <a:prstGeom prst="rect">
            <a:avLst/>
          </a:prstGeom>
          <a:solidFill>
            <a:srgbClr val="4B6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Rectangle 999"/>
          <p:cNvSpPr/>
          <p:nvPr/>
        </p:nvSpPr>
        <p:spPr>
          <a:xfrm>
            <a:off x="3213100" y="4076699"/>
            <a:ext cx="79756" cy="40386"/>
          </a:xfrm>
          <a:prstGeom prst="rect">
            <a:avLst/>
          </a:prstGeom>
          <a:solidFill>
            <a:srgbClr val="6A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3290570" y="4076699"/>
            <a:ext cx="79756" cy="40386"/>
          </a:xfrm>
          <a:prstGeom prst="rect">
            <a:avLst/>
          </a:prstGeom>
          <a:solidFill>
            <a:srgbClr val="77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Rectangle 1001"/>
          <p:cNvSpPr/>
          <p:nvPr/>
        </p:nvSpPr>
        <p:spPr>
          <a:xfrm>
            <a:off x="3368040" y="4076699"/>
            <a:ext cx="79756" cy="40386"/>
          </a:xfrm>
          <a:prstGeom prst="rect">
            <a:avLst/>
          </a:prstGeom>
          <a:solidFill>
            <a:srgbClr val="5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Rectangle 1002"/>
          <p:cNvSpPr/>
          <p:nvPr/>
        </p:nvSpPr>
        <p:spPr>
          <a:xfrm>
            <a:off x="3445510" y="4076699"/>
            <a:ext cx="79756" cy="40386"/>
          </a:xfrm>
          <a:prstGeom prst="rect">
            <a:avLst/>
          </a:prstGeom>
          <a:solidFill>
            <a:srgbClr val="2B3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Rectangle 1003"/>
          <p:cNvSpPr/>
          <p:nvPr/>
        </p:nvSpPr>
        <p:spPr>
          <a:xfrm>
            <a:off x="3522979" y="4076699"/>
            <a:ext cx="79756" cy="40386"/>
          </a:xfrm>
          <a:prstGeom prst="rect">
            <a:avLst/>
          </a:prstGeom>
          <a:solidFill>
            <a:srgbClr val="425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Rectangle 1004"/>
          <p:cNvSpPr/>
          <p:nvPr/>
        </p:nvSpPr>
        <p:spPr>
          <a:xfrm>
            <a:off x="3600450" y="4076699"/>
            <a:ext cx="79756" cy="40386"/>
          </a:xfrm>
          <a:prstGeom prst="rect">
            <a:avLst/>
          </a:prstGeom>
          <a:solidFill>
            <a:srgbClr val="618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Rectangle 1005"/>
          <p:cNvSpPr/>
          <p:nvPr/>
        </p:nvSpPr>
        <p:spPr>
          <a:xfrm>
            <a:off x="3677920" y="4076699"/>
            <a:ext cx="79756" cy="40386"/>
          </a:xfrm>
          <a:prstGeom prst="rect">
            <a:avLst/>
          </a:prstGeom>
          <a:solidFill>
            <a:srgbClr val="7BA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Rectangle 1006"/>
          <p:cNvSpPr/>
          <p:nvPr/>
        </p:nvSpPr>
        <p:spPr>
          <a:xfrm>
            <a:off x="3755390" y="4076699"/>
            <a:ext cx="79756" cy="40386"/>
          </a:xfrm>
          <a:prstGeom prst="rect">
            <a:avLst/>
          </a:prstGeom>
          <a:solidFill>
            <a:srgbClr val="7CA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Rectangle 1007"/>
          <p:cNvSpPr/>
          <p:nvPr/>
        </p:nvSpPr>
        <p:spPr>
          <a:xfrm>
            <a:off x="3832860" y="4076699"/>
            <a:ext cx="79756" cy="40386"/>
          </a:xfrm>
          <a:prstGeom prst="rect">
            <a:avLst/>
          </a:prstGeom>
          <a:solidFill>
            <a:srgbClr val="709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Rectangle 1008"/>
          <p:cNvSpPr/>
          <p:nvPr/>
        </p:nvSpPr>
        <p:spPr>
          <a:xfrm>
            <a:off x="3910330" y="4076699"/>
            <a:ext cx="79756" cy="40386"/>
          </a:xfrm>
          <a:prstGeom prst="rect">
            <a:avLst/>
          </a:prstGeom>
          <a:solidFill>
            <a:srgbClr val="587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Rectangle 1009"/>
          <p:cNvSpPr/>
          <p:nvPr/>
        </p:nvSpPr>
        <p:spPr>
          <a:xfrm>
            <a:off x="3987799" y="4076699"/>
            <a:ext cx="79756" cy="40386"/>
          </a:xfrm>
          <a:prstGeom prst="rect">
            <a:avLst/>
          </a:prstGeom>
          <a:solidFill>
            <a:srgbClr val="324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Rectangle 1010"/>
          <p:cNvSpPr/>
          <p:nvPr/>
        </p:nvSpPr>
        <p:spPr>
          <a:xfrm>
            <a:off x="4065270" y="40766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Rectangle 1011"/>
          <p:cNvSpPr/>
          <p:nvPr/>
        </p:nvSpPr>
        <p:spPr>
          <a:xfrm>
            <a:off x="4142740" y="4076699"/>
            <a:ext cx="79756" cy="40386"/>
          </a:xfrm>
          <a:prstGeom prst="rect">
            <a:avLst/>
          </a:prstGeom>
          <a:solidFill>
            <a:srgbClr val="27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Rectangle 1012"/>
          <p:cNvSpPr/>
          <p:nvPr/>
        </p:nvSpPr>
        <p:spPr>
          <a:xfrm>
            <a:off x="4220209" y="4076699"/>
            <a:ext cx="79756" cy="40386"/>
          </a:xfrm>
          <a:prstGeom prst="rect">
            <a:avLst/>
          </a:prstGeom>
          <a:solidFill>
            <a:srgbClr val="5C7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Rectangle 1013"/>
          <p:cNvSpPr/>
          <p:nvPr/>
        </p:nvSpPr>
        <p:spPr>
          <a:xfrm>
            <a:off x="4297680" y="4076699"/>
            <a:ext cx="79756" cy="40386"/>
          </a:xfrm>
          <a:prstGeom prst="rect">
            <a:avLst/>
          </a:prstGeom>
          <a:solidFill>
            <a:srgbClr val="709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4375150" y="4076699"/>
            <a:ext cx="79756" cy="40386"/>
          </a:xfrm>
          <a:prstGeom prst="rect">
            <a:avLst/>
          </a:prstGeom>
          <a:solidFill>
            <a:srgbClr val="719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Rectangle 1015"/>
          <p:cNvSpPr/>
          <p:nvPr/>
        </p:nvSpPr>
        <p:spPr>
          <a:xfrm>
            <a:off x="4452619" y="4076699"/>
            <a:ext cx="79756" cy="40386"/>
          </a:xfrm>
          <a:prstGeom prst="rect">
            <a:avLst/>
          </a:prstGeom>
          <a:solidFill>
            <a:srgbClr val="435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Rectangle 1016"/>
          <p:cNvSpPr/>
          <p:nvPr/>
        </p:nvSpPr>
        <p:spPr>
          <a:xfrm>
            <a:off x="4530090" y="4076699"/>
            <a:ext cx="79756" cy="40386"/>
          </a:xfrm>
          <a:prstGeom prst="rect">
            <a:avLst/>
          </a:prstGeom>
          <a:solidFill>
            <a:srgbClr val="587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Rectangle 1017"/>
          <p:cNvSpPr/>
          <p:nvPr/>
        </p:nvSpPr>
        <p:spPr>
          <a:xfrm>
            <a:off x="4607560" y="4076699"/>
            <a:ext cx="79756" cy="40386"/>
          </a:xfrm>
          <a:prstGeom prst="rect">
            <a:avLst/>
          </a:prstGeom>
          <a:solidFill>
            <a:srgbClr val="5D7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Rectangle 1018"/>
          <p:cNvSpPr/>
          <p:nvPr/>
        </p:nvSpPr>
        <p:spPr>
          <a:xfrm>
            <a:off x="4685030" y="4076699"/>
            <a:ext cx="79756" cy="40386"/>
          </a:xfrm>
          <a:prstGeom prst="rect">
            <a:avLst/>
          </a:prstGeom>
          <a:solidFill>
            <a:srgbClr val="4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Rectangle 1019"/>
          <p:cNvSpPr/>
          <p:nvPr/>
        </p:nvSpPr>
        <p:spPr>
          <a:xfrm>
            <a:off x="4762500" y="4076699"/>
            <a:ext cx="79756" cy="40386"/>
          </a:xfrm>
          <a:prstGeom prst="rect">
            <a:avLst/>
          </a:prstGeom>
          <a:solidFill>
            <a:srgbClr val="1E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Rectangle 1020"/>
          <p:cNvSpPr/>
          <p:nvPr/>
        </p:nvSpPr>
        <p:spPr>
          <a:xfrm>
            <a:off x="4839970" y="4076699"/>
            <a:ext cx="79756" cy="40386"/>
          </a:xfrm>
          <a:prstGeom prst="rect">
            <a:avLst/>
          </a:prstGeom>
          <a:solidFill>
            <a:srgbClr val="384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Rectangle 1021"/>
          <p:cNvSpPr/>
          <p:nvPr/>
        </p:nvSpPr>
        <p:spPr>
          <a:xfrm>
            <a:off x="4917440" y="4076699"/>
            <a:ext cx="79756" cy="40386"/>
          </a:xfrm>
          <a:prstGeom prst="rect">
            <a:avLst/>
          </a:prstGeom>
          <a:solidFill>
            <a:srgbClr val="374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Rectangle 1022"/>
          <p:cNvSpPr/>
          <p:nvPr/>
        </p:nvSpPr>
        <p:spPr>
          <a:xfrm>
            <a:off x="4994910" y="4076699"/>
            <a:ext cx="79756" cy="40386"/>
          </a:xfrm>
          <a:prstGeom prst="rect">
            <a:avLst/>
          </a:prstGeom>
          <a:solidFill>
            <a:srgbClr val="3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Rectangle 1023"/>
          <p:cNvSpPr/>
          <p:nvPr/>
        </p:nvSpPr>
        <p:spPr>
          <a:xfrm>
            <a:off x="5072379" y="4076699"/>
            <a:ext cx="79756" cy="40386"/>
          </a:xfrm>
          <a:prstGeom prst="rect">
            <a:avLst/>
          </a:prstGeom>
          <a:solidFill>
            <a:srgbClr val="42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Rectangle 1024"/>
          <p:cNvSpPr/>
          <p:nvPr/>
        </p:nvSpPr>
        <p:spPr>
          <a:xfrm>
            <a:off x="5149850" y="4076699"/>
            <a:ext cx="79756" cy="40386"/>
          </a:xfrm>
          <a:prstGeom prst="rect">
            <a:avLst/>
          </a:prstGeom>
          <a:solidFill>
            <a:srgbClr val="48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Rectangle 1025"/>
          <p:cNvSpPr/>
          <p:nvPr/>
        </p:nvSpPr>
        <p:spPr>
          <a:xfrm>
            <a:off x="579120" y="4038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Rectangle 1026"/>
          <p:cNvSpPr/>
          <p:nvPr/>
        </p:nvSpPr>
        <p:spPr>
          <a:xfrm>
            <a:off x="656590" y="4038600"/>
            <a:ext cx="79756" cy="40386"/>
          </a:xfrm>
          <a:prstGeom prst="rect">
            <a:avLst/>
          </a:prstGeom>
          <a:solidFill>
            <a:srgbClr val="324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Rectangle 1027"/>
          <p:cNvSpPr/>
          <p:nvPr/>
        </p:nvSpPr>
        <p:spPr>
          <a:xfrm>
            <a:off x="734059" y="4038600"/>
            <a:ext cx="79756" cy="40386"/>
          </a:xfrm>
          <a:prstGeom prst="rect">
            <a:avLst/>
          </a:prstGeom>
          <a:solidFill>
            <a:srgbClr val="4C6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811530" y="4038600"/>
            <a:ext cx="79756" cy="40386"/>
          </a:xfrm>
          <a:prstGeom prst="rect">
            <a:avLst/>
          </a:prstGeom>
          <a:solidFill>
            <a:srgbClr val="55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Rectangle 1029"/>
          <p:cNvSpPr/>
          <p:nvPr/>
        </p:nvSpPr>
        <p:spPr>
          <a:xfrm>
            <a:off x="888999" y="4038600"/>
            <a:ext cx="79756" cy="40386"/>
          </a:xfrm>
          <a:prstGeom prst="rect">
            <a:avLst/>
          </a:prstGeom>
          <a:solidFill>
            <a:srgbClr val="516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Rectangle 1030"/>
          <p:cNvSpPr/>
          <p:nvPr/>
        </p:nvSpPr>
        <p:spPr>
          <a:xfrm>
            <a:off x="966470" y="4038600"/>
            <a:ext cx="79756" cy="40386"/>
          </a:xfrm>
          <a:prstGeom prst="rect">
            <a:avLst/>
          </a:prstGeom>
          <a:solidFill>
            <a:srgbClr val="2C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Rectangle 1031"/>
          <p:cNvSpPr/>
          <p:nvPr/>
        </p:nvSpPr>
        <p:spPr>
          <a:xfrm>
            <a:off x="1043940" y="4038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Rectangle 1032"/>
          <p:cNvSpPr/>
          <p:nvPr/>
        </p:nvSpPr>
        <p:spPr>
          <a:xfrm>
            <a:off x="1121410" y="4038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Rectangle 1033"/>
          <p:cNvSpPr/>
          <p:nvPr/>
        </p:nvSpPr>
        <p:spPr>
          <a:xfrm>
            <a:off x="1198879" y="4038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Rectangle 1034"/>
          <p:cNvSpPr/>
          <p:nvPr/>
        </p:nvSpPr>
        <p:spPr>
          <a:xfrm>
            <a:off x="1276350" y="4038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Rectangle 1035"/>
          <p:cNvSpPr/>
          <p:nvPr/>
        </p:nvSpPr>
        <p:spPr>
          <a:xfrm>
            <a:off x="1353820" y="4038600"/>
            <a:ext cx="79756" cy="40386"/>
          </a:xfrm>
          <a:prstGeom prst="rect">
            <a:avLst/>
          </a:prstGeom>
          <a:solidFill>
            <a:srgbClr val="21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Rectangle 1036"/>
          <p:cNvSpPr/>
          <p:nvPr/>
        </p:nvSpPr>
        <p:spPr>
          <a:xfrm>
            <a:off x="1431289" y="4038600"/>
            <a:ext cx="79756" cy="40386"/>
          </a:xfrm>
          <a:prstGeom prst="rect">
            <a:avLst/>
          </a:prstGeom>
          <a:solidFill>
            <a:srgbClr val="4B6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Rectangle 1037"/>
          <p:cNvSpPr/>
          <p:nvPr/>
        </p:nvSpPr>
        <p:spPr>
          <a:xfrm>
            <a:off x="1508760" y="4038600"/>
            <a:ext cx="79756" cy="40386"/>
          </a:xfrm>
          <a:prstGeom prst="rect">
            <a:avLst/>
          </a:prstGeom>
          <a:solidFill>
            <a:srgbClr val="6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Rectangle 1038"/>
          <p:cNvSpPr/>
          <p:nvPr/>
        </p:nvSpPr>
        <p:spPr>
          <a:xfrm>
            <a:off x="1586229" y="4038600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Rectangle 1039"/>
          <p:cNvSpPr/>
          <p:nvPr/>
        </p:nvSpPr>
        <p:spPr>
          <a:xfrm>
            <a:off x="1663700" y="40386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Rectangle 1040"/>
          <p:cNvSpPr/>
          <p:nvPr/>
        </p:nvSpPr>
        <p:spPr>
          <a:xfrm>
            <a:off x="1741170" y="4038600"/>
            <a:ext cx="79756" cy="40386"/>
          </a:xfrm>
          <a:prstGeom prst="rect">
            <a:avLst/>
          </a:prstGeom>
          <a:solidFill>
            <a:srgbClr val="496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Rectangle 1041"/>
          <p:cNvSpPr/>
          <p:nvPr/>
        </p:nvSpPr>
        <p:spPr>
          <a:xfrm>
            <a:off x="1818639" y="4038600"/>
            <a:ext cx="79756" cy="40386"/>
          </a:xfrm>
          <a:prstGeom prst="rect">
            <a:avLst/>
          </a:prstGeom>
          <a:solidFill>
            <a:srgbClr val="7C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1896110" y="4038600"/>
            <a:ext cx="79756" cy="40386"/>
          </a:xfrm>
          <a:prstGeom prst="rect">
            <a:avLst/>
          </a:prstGeom>
          <a:solidFill>
            <a:srgbClr val="7A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Rectangle 1043"/>
          <p:cNvSpPr/>
          <p:nvPr/>
        </p:nvSpPr>
        <p:spPr>
          <a:xfrm>
            <a:off x="1973580" y="4038600"/>
            <a:ext cx="79756" cy="40386"/>
          </a:xfrm>
          <a:prstGeom prst="rect">
            <a:avLst/>
          </a:prstGeom>
          <a:solidFill>
            <a:srgbClr val="59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Rectangle 1044"/>
          <p:cNvSpPr/>
          <p:nvPr/>
        </p:nvSpPr>
        <p:spPr>
          <a:xfrm>
            <a:off x="2051049" y="4038600"/>
            <a:ext cx="79756" cy="40386"/>
          </a:xfrm>
          <a:prstGeom prst="rect">
            <a:avLst/>
          </a:prstGeom>
          <a:solidFill>
            <a:srgbClr val="66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Rectangle 1045"/>
          <p:cNvSpPr/>
          <p:nvPr/>
        </p:nvSpPr>
        <p:spPr>
          <a:xfrm>
            <a:off x="2128520" y="4038600"/>
            <a:ext cx="79756" cy="40386"/>
          </a:xfrm>
          <a:prstGeom prst="rect">
            <a:avLst/>
          </a:prstGeom>
          <a:solidFill>
            <a:srgbClr val="65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Rectangle 1046"/>
          <p:cNvSpPr/>
          <p:nvPr/>
        </p:nvSpPr>
        <p:spPr>
          <a:xfrm>
            <a:off x="2205990" y="4038600"/>
            <a:ext cx="79756" cy="40386"/>
          </a:xfrm>
          <a:prstGeom prst="rect">
            <a:avLst/>
          </a:prstGeom>
          <a:solidFill>
            <a:srgbClr val="5D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Rectangle 1047"/>
          <p:cNvSpPr/>
          <p:nvPr/>
        </p:nvSpPr>
        <p:spPr>
          <a:xfrm>
            <a:off x="2283459" y="4038600"/>
            <a:ext cx="79756" cy="40386"/>
          </a:xfrm>
          <a:prstGeom prst="rect">
            <a:avLst/>
          </a:prstGeom>
          <a:solidFill>
            <a:srgbClr val="324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Rectangle 1048"/>
          <p:cNvSpPr/>
          <p:nvPr/>
        </p:nvSpPr>
        <p:spPr>
          <a:xfrm>
            <a:off x="2360930" y="4038600"/>
            <a:ext cx="79756" cy="40386"/>
          </a:xfrm>
          <a:prstGeom prst="rect">
            <a:avLst/>
          </a:prstGeom>
          <a:solidFill>
            <a:srgbClr val="48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Rectangle 1049"/>
          <p:cNvSpPr/>
          <p:nvPr/>
        </p:nvSpPr>
        <p:spPr>
          <a:xfrm>
            <a:off x="2438400" y="4038600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Rectangle 1050"/>
          <p:cNvSpPr/>
          <p:nvPr/>
        </p:nvSpPr>
        <p:spPr>
          <a:xfrm>
            <a:off x="2515870" y="4038600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Rectangle 1051"/>
          <p:cNvSpPr/>
          <p:nvPr/>
        </p:nvSpPr>
        <p:spPr>
          <a:xfrm>
            <a:off x="2593339" y="4038600"/>
            <a:ext cx="79756" cy="40386"/>
          </a:xfrm>
          <a:prstGeom prst="rect">
            <a:avLst/>
          </a:prstGeom>
          <a:solidFill>
            <a:srgbClr val="557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Rectangle 1052"/>
          <p:cNvSpPr/>
          <p:nvPr/>
        </p:nvSpPr>
        <p:spPr>
          <a:xfrm>
            <a:off x="2670810" y="4038600"/>
            <a:ext cx="79756" cy="40386"/>
          </a:xfrm>
          <a:prstGeom prst="rect">
            <a:avLst/>
          </a:prstGeom>
          <a:solidFill>
            <a:srgbClr val="5E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Rectangle 1053"/>
          <p:cNvSpPr/>
          <p:nvPr/>
        </p:nvSpPr>
        <p:spPr>
          <a:xfrm>
            <a:off x="2748280" y="4038600"/>
            <a:ext cx="79756" cy="40386"/>
          </a:xfrm>
          <a:prstGeom prst="rect">
            <a:avLst/>
          </a:prstGeom>
          <a:solidFill>
            <a:srgbClr val="86A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Rectangle 1054"/>
          <p:cNvSpPr/>
          <p:nvPr/>
        </p:nvSpPr>
        <p:spPr>
          <a:xfrm>
            <a:off x="2825750" y="4038600"/>
            <a:ext cx="79756" cy="40386"/>
          </a:xfrm>
          <a:prstGeom prst="rect">
            <a:avLst/>
          </a:prstGeom>
          <a:solidFill>
            <a:srgbClr val="81A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Rectangle 1055"/>
          <p:cNvSpPr/>
          <p:nvPr/>
        </p:nvSpPr>
        <p:spPr>
          <a:xfrm>
            <a:off x="2903220" y="4038600"/>
            <a:ext cx="79756" cy="40386"/>
          </a:xfrm>
          <a:prstGeom prst="rect">
            <a:avLst/>
          </a:prstGeom>
          <a:solidFill>
            <a:srgbClr val="6C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2980690" y="4038600"/>
            <a:ext cx="79756" cy="40386"/>
          </a:xfrm>
          <a:prstGeom prst="rect">
            <a:avLst/>
          </a:prstGeom>
          <a:solidFill>
            <a:srgbClr val="55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Rectangle 1057"/>
          <p:cNvSpPr/>
          <p:nvPr/>
        </p:nvSpPr>
        <p:spPr>
          <a:xfrm>
            <a:off x="3058159" y="4038600"/>
            <a:ext cx="79756" cy="40386"/>
          </a:xfrm>
          <a:prstGeom prst="rect">
            <a:avLst/>
          </a:prstGeom>
          <a:solidFill>
            <a:srgbClr val="668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Rectangle 1058"/>
          <p:cNvSpPr/>
          <p:nvPr/>
        </p:nvSpPr>
        <p:spPr>
          <a:xfrm>
            <a:off x="3135630" y="4038600"/>
            <a:ext cx="79756" cy="40386"/>
          </a:xfrm>
          <a:prstGeom prst="rect">
            <a:avLst/>
          </a:prstGeom>
          <a:solidFill>
            <a:srgbClr val="5E7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Rectangle 1059"/>
          <p:cNvSpPr/>
          <p:nvPr/>
        </p:nvSpPr>
        <p:spPr>
          <a:xfrm>
            <a:off x="3213100" y="4038600"/>
            <a:ext cx="79756" cy="40386"/>
          </a:xfrm>
          <a:prstGeom prst="rect">
            <a:avLst/>
          </a:prstGeom>
          <a:solidFill>
            <a:srgbClr val="2C4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Rectangle 1060"/>
          <p:cNvSpPr/>
          <p:nvPr/>
        </p:nvSpPr>
        <p:spPr>
          <a:xfrm>
            <a:off x="3290570" y="4038600"/>
            <a:ext cx="79756" cy="40386"/>
          </a:xfrm>
          <a:prstGeom prst="rect">
            <a:avLst/>
          </a:prstGeom>
          <a:solidFill>
            <a:srgbClr val="69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Rectangle 1061"/>
          <p:cNvSpPr/>
          <p:nvPr/>
        </p:nvSpPr>
        <p:spPr>
          <a:xfrm>
            <a:off x="3368040" y="4038600"/>
            <a:ext cx="79756" cy="40386"/>
          </a:xfrm>
          <a:prstGeom prst="rect">
            <a:avLst/>
          </a:prstGeom>
          <a:solidFill>
            <a:srgbClr val="81A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Rectangle 1062"/>
          <p:cNvSpPr/>
          <p:nvPr/>
        </p:nvSpPr>
        <p:spPr>
          <a:xfrm>
            <a:off x="3445510" y="4038600"/>
            <a:ext cx="79756" cy="40386"/>
          </a:xfrm>
          <a:prstGeom prst="rect">
            <a:avLst/>
          </a:prstGeom>
          <a:solidFill>
            <a:srgbClr val="85A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Rectangle 1063"/>
          <p:cNvSpPr/>
          <p:nvPr/>
        </p:nvSpPr>
        <p:spPr>
          <a:xfrm>
            <a:off x="3522979" y="4038600"/>
            <a:ext cx="79756" cy="40386"/>
          </a:xfrm>
          <a:prstGeom prst="rect">
            <a:avLst/>
          </a:prstGeom>
          <a:solidFill>
            <a:srgbClr val="76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Rectangle 1064"/>
          <p:cNvSpPr/>
          <p:nvPr/>
        </p:nvSpPr>
        <p:spPr>
          <a:xfrm>
            <a:off x="3600450" y="4038600"/>
            <a:ext cx="79756" cy="40386"/>
          </a:xfrm>
          <a:prstGeom prst="rect">
            <a:avLst/>
          </a:prstGeom>
          <a:solidFill>
            <a:srgbClr val="4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Rectangle 1065"/>
          <p:cNvSpPr/>
          <p:nvPr/>
        </p:nvSpPr>
        <p:spPr>
          <a:xfrm>
            <a:off x="3677920" y="4038600"/>
            <a:ext cx="79756" cy="40386"/>
          </a:xfrm>
          <a:prstGeom prst="rect">
            <a:avLst/>
          </a:prstGeom>
          <a:solidFill>
            <a:srgbClr val="25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Rectangle 1066"/>
          <p:cNvSpPr/>
          <p:nvPr/>
        </p:nvSpPr>
        <p:spPr>
          <a:xfrm>
            <a:off x="3755390" y="4038600"/>
            <a:ext cx="79756" cy="40386"/>
          </a:xfrm>
          <a:prstGeom prst="rect">
            <a:avLst/>
          </a:prstGeom>
          <a:solidFill>
            <a:srgbClr val="1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Rectangle 1067"/>
          <p:cNvSpPr/>
          <p:nvPr/>
        </p:nvSpPr>
        <p:spPr>
          <a:xfrm>
            <a:off x="3832860" y="4038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Rectangle 1068"/>
          <p:cNvSpPr/>
          <p:nvPr/>
        </p:nvSpPr>
        <p:spPr>
          <a:xfrm>
            <a:off x="3910330" y="4038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Rectangle 1069"/>
          <p:cNvSpPr/>
          <p:nvPr/>
        </p:nvSpPr>
        <p:spPr>
          <a:xfrm>
            <a:off x="3987799" y="4038600"/>
            <a:ext cx="79756" cy="40386"/>
          </a:xfrm>
          <a:prstGeom prst="rect">
            <a:avLst/>
          </a:prstGeom>
          <a:solidFill>
            <a:srgbClr val="2B3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Rectangle 1070"/>
          <p:cNvSpPr/>
          <p:nvPr/>
        </p:nvSpPr>
        <p:spPr>
          <a:xfrm>
            <a:off x="4065270" y="4038600"/>
            <a:ext cx="79756" cy="40386"/>
          </a:xfrm>
          <a:prstGeom prst="rect">
            <a:avLst/>
          </a:prstGeom>
          <a:solidFill>
            <a:srgbClr val="56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Rectangle 1071"/>
          <p:cNvSpPr/>
          <p:nvPr/>
        </p:nvSpPr>
        <p:spPr>
          <a:xfrm>
            <a:off x="4142740" y="4038600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Rectangle 1072"/>
          <p:cNvSpPr/>
          <p:nvPr/>
        </p:nvSpPr>
        <p:spPr>
          <a:xfrm>
            <a:off x="4220209" y="4038600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Rectangle 1073"/>
          <p:cNvSpPr/>
          <p:nvPr/>
        </p:nvSpPr>
        <p:spPr>
          <a:xfrm>
            <a:off x="4297680" y="4038600"/>
            <a:ext cx="79756" cy="40386"/>
          </a:xfrm>
          <a:prstGeom prst="rect">
            <a:avLst/>
          </a:prstGeom>
          <a:solidFill>
            <a:srgbClr val="4E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Rectangle 1074"/>
          <p:cNvSpPr/>
          <p:nvPr/>
        </p:nvSpPr>
        <p:spPr>
          <a:xfrm>
            <a:off x="4375150" y="4038600"/>
            <a:ext cx="79756" cy="40386"/>
          </a:xfrm>
          <a:prstGeom prst="rect">
            <a:avLst/>
          </a:prstGeom>
          <a:solidFill>
            <a:srgbClr val="44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Rectangle 1075"/>
          <p:cNvSpPr/>
          <p:nvPr/>
        </p:nvSpPr>
        <p:spPr>
          <a:xfrm>
            <a:off x="4452619" y="4038600"/>
            <a:ext cx="79756" cy="40386"/>
          </a:xfrm>
          <a:prstGeom prst="rect">
            <a:avLst/>
          </a:prstGeom>
          <a:solidFill>
            <a:srgbClr val="6A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Rectangle 1076"/>
          <p:cNvSpPr/>
          <p:nvPr/>
        </p:nvSpPr>
        <p:spPr>
          <a:xfrm>
            <a:off x="4530090" y="4038600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Rectangle 1077"/>
          <p:cNvSpPr/>
          <p:nvPr/>
        </p:nvSpPr>
        <p:spPr>
          <a:xfrm>
            <a:off x="4607560" y="4038600"/>
            <a:ext cx="79756" cy="40386"/>
          </a:xfrm>
          <a:prstGeom prst="rect">
            <a:avLst/>
          </a:prstGeom>
          <a:solidFill>
            <a:srgbClr val="3B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Rectangle 1078"/>
          <p:cNvSpPr/>
          <p:nvPr/>
        </p:nvSpPr>
        <p:spPr>
          <a:xfrm>
            <a:off x="4685030" y="4038600"/>
            <a:ext cx="79756" cy="40386"/>
          </a:xfrm>
          <a:prstGeom prst="rect">
            <a:avLst/>
          </a:prstGeom>
          <a:solidFill>
            <a:srgbClr val="4B6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Rectangle 1079"/>
          <p:cNvSpPr/>
          <p:nvPr/>
        </p:nvSpPr>
        <p:spPr>
          <a:xfrm>
            <a:off x="4762500" y="4038600"/>
            <a:ext cx="79756" cy="40386"/>
          </a:xfrm>
          <a:prstGeom prst="rect">
            <a:avLst/>
          </a:prstGeom>
          <a:solidFill>
            <a:srgbClr val="42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Rectangle 1080"/>
          <p:cNvSpPr/>
          <p:nvPr/>
        </p:nvSpPr>
        <p:spPr>
          <a:xfrm>
            <a:off x="4839970" y="4038600"/>
            <a:ext cx="79756" cy="40386"/>
          </a:xfrm>
          <a:prstGeom prst="rect">
            <a:avLst/>
          </a:prstGeom>
          <a:solidFill>
            <a:srgbClr val="354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Rectangle 1081"/>
          <p:cNvSpPr/>
          <p:nvPr/>
        </p:nvSpPr>
        <p:spPr>
          <a:xfrm>
            <a:off x="4917440" y="4038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Rectangle 1082"/>
          <p:cNvSpPr/>
          <p:nvPr/>
        </p:nvSpPr>
        <p:spPr>
          <a:xfrm>
            <a:off x="4994910" y="4038600"/>
            <a:ext cx="79756" cy="40386"/>
          </a:xfrm>
          <a:prstGeom prst="rect">
            <a:avLst/>
          </a:prstGeom>
          <a:solidFill>
            <a:srgbClr val="24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Rectangle 1083"/>
          <p:cNvSpPr/>
          <p:nvPr/>
        </p:nvSpPr>
        <p:spPr>
          <a:xfrm>
            <a:off x="5072379" y="4038600"/>
            <a:ext cx="79756" cy="40386"/>
          </a:xfrm>
          <a:prstGeom prst="rect">
            <a:avLst/>
          </a:prstGeom>
          <a:solidFill>
            <a:srgbClr val="36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Rectangle 1084"/>
          <p:cNvSpPr/>
          <p:nvPr/>
        </p:nvSpPr>
        <p:spPr>
          <a:xfrm>
            <a:off x="5149850" y="4038600"/>
            <a:ext cx="79756" cy="40386"/>
          </a:xfrm>
          <a:prstGeom prst="rect">
            <a:avLst/>
          </a:prstGeom>
          <a:solidFill>
            <a:srgbClr val="374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Rectangle 1085"/>
          <p:cNvSpPr/>
          <p:nvPr/>
        </p:nvSpPr>
        <p:spPr>
          <a:xfrm>
            <a:off x="579120" y="4000500"/>
            <a:ext cx="79756" cy="40386"/>
          </a:xfrm>
          <a:prstGeom prst="rect">
            <a:avLst/>
          </a:prstGeom>
          <a:solidFill>
            <a:srgbClr val="34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Rectangle 1086"/>
          <p:cNvSpPr/>
          <p:nvPr/>
        </p:nvSpPr>
        <p:spPr>
          <a:xfrm>
            <a:off x="656590" y="4000500"/>
            <a:ext cx="79756" cy="40386"/>
          </a:xfrm>
          <a:prstGeom prst="rect">
            <a:avLst/>
          </a:prstGeom>
          <a:solidFill>
            <a:srgbClr val="3D5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Rectangle 1087"/>
          <p:cNvSpPr/>
          <p:nvPr/>
        </p:nvSpPr>
        <p:spPr>
          <a:xfrm>
            <a:off x="734059" y="4000500"/>
            <a:ext cx="79756" cy="40386"/>
          </a:xfrm>
          <a:prstGeom prst="rect">
            <a:avLst/>
          </a:prstGeom>
          <a:solidFill>
            <a:srgbClr val="1C2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Rectangle 1088"/>
          <p:cNvSpPr/>
          <p:nvPr/>
        </p:nvSpPr>
        <p:spPr>
          <a:xfrm>
            <a:off x="811530" y="4000500"/>
            <a:ext cx="79756" cy="40386"/>
          </a:xfrm>
          <a:prstGeom prst="rect">
            <a:avLst/>
          </a:prstGeom>
          <a:solidFill>
            <a:srgbClr val="3E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Rectangle 1089"/>
          <p:cNvSpPr/>
          <p:nvPr/>
        </p:nvSpPr>
        <p:spPr>
          <a:xfrm>
            <a:off x="888999" y="4000500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Rectangle 1090"/>
          <p:cNvSpPr/>
          <p:nvPr/>
        </p:nvSpPr>
        <p:spPr>
          <a:xfrm>
            <a:off x="966470" y="4000500"/>
            <a:ext cx="79756" cy="40386"/>
          </a:xfrm>
          <a:prstGeom prst="rect">
            <a:avLst/>
          </a:prstGeom>
          <a:solidFill>
            <a:srgbClr val="638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Rectangle 1091"/>
          <p:cNvSpPr/>
          <p:nvPr/>
        </p:nvSpPr>
        <p:spPr>
          <a:xfrm>
            <a:off x="1043940" y="4000500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Rectangle 1092"/>
          <p:cNvSpPr/>
          <p:nvPr/>
        </p:nvSpPr>
        <p:spPr>
          <a:xfrm>
            <a:off x="1121410" y="4000500"/>
            <a:ext cx="79756" cy="40386"/>
          </a:xfrm>
          <a:prstGeom prst="rect">
            <a:avLst/>
          </a:prstGeom>
          <a:solidFill>
            <a:srgbClr val="608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Rectangle 1093"/>
          <p:cNvSpPr/>
          <p:nvPr/>
        </p:nvSpPr>
        <p:spPr>
          <a:xfrm>
            <a:off x="1198879" y="4000500"/>
            <a:ext cx="79756" cy="40386"/>
          </a:xfrm>
          <a:prstGeom prst="rect">
            <a:avLst/>
          </a:prstGeom>
          <a:solidFill>
            <a:srgbClr val="5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Rectangle 1094"/>
          <p:cNvSpPr/>
          <p:nvPr/>
        </p:nvSpPr>
        <p:spPr>
          <a:xfrm>
            <a:off x="1276350" y="4000500"/>
            <a:ext cx="79756" cy="40386"/>
          </a:xfrm>
          <a:prstGeom prst="rect">
            <a:avLst/>
          </a:prstGeom>
          <a:solidFill>
            <a:srgbClr val="56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Rectangle 1095"/>
          <p:cNvSpPr/>
          <p:nvPr/>
        </p:nvSpPr>
        <p:spPr>
          <a:xfrm>
            <a:off x="1353820" y="4000500"/>
            <a:ext cx="79756" cy="40386"/>
          </a:xfrm>
          <a:prstGeom prst="rect">
            <a:avLst/>
          </a:prstGeom>
          <a:solidFill>
            <a:srgbClr val="51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Rectangle 1096"/>
          <p:cNvSpPr/>
          <p:nvPr/>
        </p:nvSpPr>
        <p:spPr>
          <a:xfrm>
            <a:off x="1431289" y="4000500"/>
            <a:ext cx="79756" cy="40386"/>
          </a:xfrm>
          <a:prstGeom prst="rect">
            <a:avLst/>
          </a:prstGeom>
          <a:solidFill>
            <a:srgbClr val="55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Rectangle 1097"/>
          <p:cNvSpPr/>
          <p:nvPr/>
        </p:nvSpPr>
        <p:spPr>
          <a:xfrm>
            <a:off x="1508760" y="4000500"/>
            <a:ext cx="79756" cy="40386"/>
          </a:xfrm>
          <a:prstGeom prst="rect">
            <a:avLst/>
          </a:prstGeom>
          <a:solidFill>
            <a:srgbClr val="3E5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Rectangle 1098"/>
          <p:cNvSpPr/>
          <p:nvPr/>
        </p:nvSpPr>
        <p:spPr>
          <a:xfrm>
            <a:off x="1586229" y="4000500"/>
            <a:ext cx="79756" cy="40386"/>
          </a:xfrm>
          <a:prstGeom prst="rect">
            <a:avLst/>
          </a:prstGeom>
          <a:solidFill>
            <a:srgbClr val="3B5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Rectangle 1099"/>
          <p:cNvSpPr/>
          <p:nvPr/>
        </p:nvSpPr>
        <p:spPr>
          <a:xfrm>
            <a:off x="1663700" y="4000500"/>
            <a:ext cx="79756" cy="40386"/>
          </a:xfrm>
          <a:prstGeom prst="rect">
            <a:avLst/>
          </a:prstGeom>
          <a:solidFill>
            <a:srgbClr val="729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Rectangle 1100"/>
          <p:cNvSpPr/>
          <p:nvPr/>
        </p:nvSpPr>
        <p:spPr>
          <a:xfrm>
            <a:off x="1741170" y="4000500"/>
            <a:ext cx="79756" cy="40386"/>
          </a:xfrm>
          <a:prstGeom prst="rect">
            <a:avLst/>
          </a:prstGeom>
          <a:solidFill>
            <a:srgbClr val="78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Rectangle 1101"/>
          <p:cNvSpPr/>
          <p:nvPr/>
        </p:nvSpPr>
        <p:spPr>
          <a:xfrm>
            <a:off x="1818639" y="40005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Rectangle 1102"/>
          <p:cNvSpPr/>
          <p:nvPr/>
        </p:nvSpPr>
        <p:spPr>
          <a:xfrm>
            <a:off x="1896110" y="4000500"/>
            <a:ext cx="79756" cy="40386"/>
          </a:xfrm>
          <a:prstGeom prst="rect">
            <a:avLst/>
          </a:prstGeom>
          <a:solidFill>
            <a:srgbClr val="688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Rectangle 1103"/>
          <p:cNvSpPr/>
          <p:nvPr/>
        </p:nvSpPr>
        <p:spPr>
          <a:xfrm>
            <a:off x="1973580" y="40005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Rectangle 1104"/>
          <p:cNvSpPr/>
          <p:nvPr/>
        </p:nvSpPr>
        <p:spPr>
          <a:xfrm>
            <a:off x="2051049" y="4000500"/>
            <a:ext cx="79756" cy="40386"/>
          </a:xfrm>
          <a:prstGeom prst="rect">
            <a:avLst/>
          </a:prstGeom>
          <a:solidFill>
            <a:srgbClr val="709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Rectangle 1105"/>
          <p:cNvSpPr/>
          <p:nvPr/>
        </p:nvSpPr>
        <p:spPr>
          <a:xfrm>
            <a:off x="2128520" y="4000500"/>
            <a:ext cx="79756" cy="40386"/>
          </a:xfrm>
          <a:prstGeom prst="rect">
            <a:avLst/>
          </a:prstGeom>
          <a:solidFill>
            <a:srgbClr val="4A6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Rectangle 1106"/>
          <p:cNvSpPr/>
          <p:nvPr/>
        </p:nvSpPr>
        <p:spPr>
          <a:xfrm>
            <a:off x="2205990" y="40005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Rectangle 1107"/>
          <p:cNvSpPr/>
          <p:nvPr/>
        </p:nvSpPr>
        <p:spPr>
          <a:xfrm>
            <a:off x="2283459" y="4000500"/>
            <a:ext cx="79756" cy="40386"/>
          </a:xfrm>
          <a:prstGeom prst="rect">
            <a:avLst/>
          </a:prstGeom>
          <a:solidFill>
            <a:srgbClr val="5C7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Rectangle 1108"/>
          <p:cNvSpPr/>
          <p:nvPr/>
        </p:nvSpPr>
        <p:spPr>
          <a:xfrm>
            <a:off x="2360930" y="4000500"/>
            <a:ext cx="79756" cy="40386"/>
          </a:xfrm>
          <a:prstGeom prst="rect">
            <a:avLst/>
          </a:prstGeom>
          <a:solidFill>
            <a:srgbClr val="648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Rectangle 1109"/>
          <p:cNvSpPr/>
          <p:nvPr/>
        </p:nvSpPr>
        <p:spPr>
          <a:xfrm>
            <a:off x="2438400" y="40005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Rectangle 1110"/>
          <p:cNvSpPr/>
          <p:nvPr/>
        </p:nvSpPr>
        <p:spPr>
          <a:xfrm>
            <a:off x="2515870" y="4000500"/>
            <a:ext cx="79756" cy="40386"/>
          </a:xfrm>
          <a:prstGeom prst="rect">
            <a:avLst/>
          </a:prstGeom>
          <a:solidFill>
            <a:srgbClr val="7E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Rectangle 1111"/>
          <p:cNvSpPr/>
          <p:nvPr/>
        </p:nvSpPr>
        <p:spPr>
          <a:xfrm>
            <a:off x="2593339" y="4000500"/>
            <a:ext cx="79756" cy="40386"/>
          </a:xfrm>
          <a:prstGeom prst="rect">
            <a:avLst/>
          </a:prstGeom>
          <a:solidFill>
            <a:srgbClr val="82A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Rectangle 1112"/>
          <p:cNvSpPr/>
          <p:nvPr/>
        </p:nvSpPr>
        <p:spPr>
          <a:xfrm>
            <a:off x="2670810" y="4000500"/>
            <a:ext cx="79756" cy="40386"/>
          </a:xfrm>
          <a:prstGeom prst="rect">
            <a:avLst/>
          </a:prstGeom>
          <a:solidFill>
            <a:srgbClr val="85A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Rectangle 1113"/>
          <p:cNvSpPr/>
          <p:nvPr/>
        </p:nvSpPr>
        <p:spPr>
          <a:xfrm>
            <a:off x="2748280" y="4000500"/>
            <a:ext cx="79756" cy="40386"/>
          </a:xfrm>
          <a:prstGeom prst="rect">
            <a:avLst/>
          </a:prstGeom>
          <a:solidFill>
            <a:srgbClr val="82A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Rectangle 1114"/>
          <p:cNvSpPr/>
          <p:nvPr/>
        </p:nvSpPr>
        <p:spPr>
          <a:xfrm>
            <a:off x="2825750" y="4000500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Rectangle 1115"/>
          <p:cNvSpPr/>
          <p:nvPr/>
        </p:nvSpPr>
        <p:spPr>
          <a:xfrm>
            <a:off x="2903220" y="4000500"/>
            <a:ext cx="79756" cy="40386"/>
          </a:xfrm>
          <a:prstGeom prst="rect">
            <a:avLst/>
          </a:prstGeom>
          <a:solidFill>
            <a:srgbClr val="799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Rectangle 1116"/>
          <p:cNvSpPr/>
          <p:nvPr/>
        </p:nvSpPr>
        <p:spPr>
          <a:xfrm>
            <a:off x="2980690" y="4000500"/>
            <a:ext cx="79756" cy="40386"/>
          </a:xfrm>
          <a:prstGeom prst="rect">
            <a:avLst/>
          </a:prstGeom>
          <a:solidFill>
            <a:srgbClr val="6E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Rectangle 1117"/>
          <p:cNvSpPr/>
          <p:nvPr/>
        </p:nvSpPr>
        <p:spPr>
          <a:xfrm>
            <a:off x="3058159" y="4000500"/>
            <a:ext cx="79756" cy="40386"/>
          </a:xfrm>
          <a:prstGeom prst="rect">
            <a:avLst/>
          </a:prstGeom>
          <a:solidFill>
            <a:srgbClr val="4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Rectangle 1118"/>
          <p:cNvSpPr/>
          <p:nvPr/>
        </p:nvSpPr>
        <p:spPr>
          <a:xfrm>
            <a:off x="3135630" y="4000500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Rectangle 1119"/>
          <p:cNvSpPr/>
          <p:nvPr/>
        </p:nvSpPr>
        <p:spPr>
          <a:xfrm>
            <a:off x="3213100" y="4000500"/>
            <a:ext cx="79756" cy="40386"/>
          </a:xfrm>
          <a:prstGeom prst="rect">
            <a:avLst/>
          </a:prstGeom>
          <a:solidFill>
            <a:srgbClr val="678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Rectangle 1120"/>
          <p:cNvSpPr/>
          <p:nvPr/>
        </p:nvSpPr>
        <p:spPr>
          <a:xfrm>
            <a:off x="3290570" y="4000500"/>
            <a:ext cx="79756" cy="40386"/>
          </a:xfrm>
          <a:prstGeom prst="rect">
            <a:avLst/>
          </a:prstGeom>
          <a:solidFill>
            <a:srgbClr val="6C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Rectangle 1121"/>
          <p:cNvSpPr/>
          <p:nvPr/>
        </p:nvSpPr>
        <p:spPr>
          <a:xfrm>
            <a:off x="3368040" y="4000500"/>
            <a:ext cx="79756" cy="40386"/>
          </a:xfrm>
          <a:prstGeom prst="rect">
            <a:avLst/>
          </a:prstGeom>
          <a:solidFill>
            <a:srgbClr val="3A5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Rectangle 1122"/>
          <p:cNvSpPr/>
          <p:nvPr/>
        </p:nvSpPr>
        <p:spPr>
          <a:xfrm>
            <a:off x="3445510" y="4000500"/>
            <a:ext cx="79756" cy="40386"/>
          </a:xfrm>
          <a:prstGeom prst="rect">
            <a:avLst/>
          </a:prstGeom>
          <a:solidFill>
            <a:srgbClr val="6F9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Rectangle 1123"/>
          <p:cNvSpPr/>
          <p:nvPr/>
        </p:nvSpPr>
        <p:spPr>
          <a:xfrm>
            <a:off x="3522979" y="4000500"/>
            <a:ext cx="79756" cy="40386"/>
          </a:xfrm>
          <a:prstGeom prst="rect">
            <a:avLst/>
          </a:prstGeom>
          <a:solidFill>
            <a:srgbClr val="8AB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Rectangle 1124"/>
          <p:cNvSpPr/>
          <p:nvPr/>
        </p:nvSpPr>
        <p:spPr>
          <a:xfrm>
            <a:off x="3600450" y="4000500"/>
            <a:ext cx="79756" cy="40386"/>
          </a:xfrm>
          <a:prstGeom prst="rect">
            <a:avLst/>
          </a:prstGeom>
          <a:solidFill>
            <a:srgbClr val="88B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Rectangle 1125"/>
          <p:cNvSpPr/>
          <p:nvPr/>
        </p:nvSpPr>
        <p:spPr>
          <a:xfrm>
            <a:off x="3677920" y="4000500"/>
            <a:ext cx="79756" cy="40386"/>
          </a:xfrm>
          <a:prstGeom prst="rect">
            <a:avLst/>
          </a:prstGeom>
          <a:solidFill>
            <a:srgbClr val="86A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Rectangle 1126"/>
          <p:cNvSpPr/>
          <p:nvPr/>
        </p:nvSpPr>
        <p:spPr>
          <a:xfrm>
            <a:off x="3755390" y="4000500"/>
            <a:ext cx="79756" cy="40386"/>
          </a:xfrm>
          <a:prstGeom prst="rect">
            <a:avLst/>
          </a:prstGeom>
          <a:solidFill>
            <a:srgbClr val="7BA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Rectangle 1127"/>
          <p:cNvSpPr/>
          <p:nvPr/>
        </p:nvSpPr>
        <p:spPr>
          <a:xfrm>
            <a:off x="3832860" y="4000500"/>
            <a:ext cx="79756" cy="40386"/>
          </a:xfrm>
          <a:prstGeom prst="rect">
            <a:avLst/>
          </a:prstGeom>
          <a:solidFill>
            <a:srgbClr val="709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Rectangle 1128"/>
          <p:cNvSpPr/>
          <p:nvPr/>
        </p:nvSpPr>
        <p:spPr>
          <a:xfrm>
            <a:off x="3910330" y="4000500"/>
            <a:ext cx="79756" cy="40386"/>
          </a:xfrm>
          <a:prstGeom prst="rect">
            <a:avLst/>
          </a:prstGeom>
          <a:solidFill>
            <a:srgbClr val="66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Rectangle 1129"/>
          <p:cNvSpPr/>
          <p:nvPr/>
        </p:nvSpPr>
        <p:spPr>
          <a:xfrm>
            <a:off x="3987799" y="4000500"/>
            <a:ext cx="79756" cy="40386"/>
          </a:xfrm>
          <a:prstGeom prst="rect">
            <a:avLst/>
          </a:prstGeom>
          <a:solidFill>
            <a:srgbClr val="5C7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Rectangle 1130"/>
          <p:cNvSpPr/>
          <p:nvPr/>
        </p:nvSpPr>
        <p:spPr>
          <a:xfrm>
            <a:off x="4065270" y="4000500"/>
            <a:ext cx="79756" cy="40386"/>
          </a:xfrm>
          <a:prstGeom prst="rect">
            <a:avLst/>
          </a:prstGeom>
          <a:solidFill>
            <a:srgbClr val="5C7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Rectangle 1131"/>
          <p:cNvSpPr/>
          <p:nvPr/>
        </p:nvSpPr>
        <p:spPr>
          <a:xfrm>
            <a:off x="4142740" y="4000500"/>
            <a:ext cx="79756" cy="40386"/>
          </a:xfrm>
          <a:prstGeom prst="rect">
            <a:avLst/>
          </a:prstGeom>
          <a:solidFill>
            <a:srgbClr val="3D5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Rectangle 1132"/>
          <p:cNvSpPr/>
          <p:nvPr/>
        </p:nvSpPr>
        <p:spPr>
          <a:xfrm>
            <a:off x="4220209" y="4000500"/>
            <a:ext cx="79756" cy="40386"/>
          </a:xfrm>
          <a:prstGeom prst="rect">
            <a:avLst/>
          </a:prstGeom>
          <a:solidFill>
            <a:srgbClr val="405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Rectangle 1133"/>
          <p:cNvSpPr/>
          <p:nvPr/>
        </p:nvSpPr>
        <p:spPr>
          <a:xfrm>
            <a:off x="4297680" y="4000500"/>
            <a:ext cx="79756" cy="40386"/>
          </a:xfrm>
          <a:prstGeom prst="rect">
            <a:avLst/>
          </a:prstGeom>
          <a:solidFill>
            <a:srgbClr val="6C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Rectangle 1134"/>
          <p:cNvSpPr/>
          <p:nvPr/>
        </p:nvSpPr>
        <p:spPr>
          <a:xfrm>
            <a:off x="4375150" y="4000500"/>
            <a:ext cx="79756" cy="40386"/>
          </a:xfrm>
          <a:prstGeom prst="rect">
            <a:avLst/>
          </a:prstGeom>
          <a:solidFill>
            <a:srgbClr val="6B8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Rectangle 1135"/>
          <p:cNvSpPr/>
          <p:nvPr/>
        </p:nvSpPr>
        <p:spPr>
          <a:xfrm>
            <a:off x="4452619" y="4000500"/>
            <a:ext cx="79756" cy="40386"/>
          </a:xfrm>
          <a:prstGeom prst="rect">
            <a:avLst/>
          </a:prstGeom>
          <a:solidFill>
            <a:srgbClr val="5E7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Rectangle 1136"/>
          <p:cNvSpPr/>
          <p:nvPr/>
        </p:nvSpPr>
        <p:spPr>
          <a:xfrm>
            <a:off x="4530090" y="4000500"/>
            <a:ext cx="79756" cy="40386"/>
          </a:xfrm>
          <a:prstGeom prst="rect">
            <a:avLst/>
          </a:prstGeom>
          <a:solidFill>
            <a:srgbClr val="577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Rectangle 1137"/>
          <p:cNvSpPr/>
          <p:nvPr/>
        </p:nvSpPr>
        <p:spPr>
          <a:xfrm>
            <a:off x="4607560" y="4000500"/>
            <a:ext cx="79756" cy="40386"/>
          </a:xfrm>
          <a:prstGeom prst="rect">
            <a:avLst/>
          </a:prstGeom>
          <a:solidFill>
            <a:srgbClr val="59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Rectangle 1138"/>
          <p:cNvSpPr/>
          <p:nvPr/>
        </p:nvSpPr>
        <p:spPr>
          <a:xfrm>
            <a:off x="4685030" y="4000500"/>
            <a:ext cx="79756" cy="40386"/>
          </a:xfrm>
          <a:prstGeom prst="rect">
            <a:avLst/>
          </a:prstGeom>
          <a:solidFill>
            <a:srgbClr val="4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Rectangle 1139"/>
          <p:cNvSpPr/>
          <p:nvPr/>
        </p:nvSpPr>
        <p:spPr>
          <a:xfrm>
            <a:off x="4762500" y="4000500"/>
            <a:ext cx="79756" cy="40386"/>
          </a:xfrm>
          <a:prstGeom prst="rect">
            <a:avLst/>
          </a:prstGeom>
          <a:solidFill>
            <a:srgbClr val="304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Rectangle 1140"/>
          <p:cNvSpPr/>
          <p:nvPr/>
        </p:nvSpPr>
        <p:spPr>
          <a:xfrm>
            <a:off x="4839970" y="4000500"/>
            <a:ext cx="79756" cy="40386"/>
          </a:xfrm>
          <a:prstGeom prst="rect">
            <a:avLst/>
          </a:prstGeom>
          <a:solidFill>
            <a:srgbClr val="36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Rectangle 1141"/>
          <p:cNvSpPr/>
          <p:nvPr/>
        </p:nvSpPr>
        <p:spPr>
          <a:xfrm>
            <a:off x="4917440" y="4000500"/>
            <a:ext cx="79756" cy="40386"/>
          </a:xfrm>
          <a:prstGeom prst="rect">
            <a:avLst/>
          </a:prstGeom>
          <a:solidFill>
            <a:srgbClr val="33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Rectangle 1142"/>
          <p:cNvSpPr/>
          <p:nvPr/>
        </p:nvSpPr>
        <p:spPr>
          <a:xfrm>
            <a:off x="4994910" y="4000500"/>
            <a:ext cx="79756" cy="40386"/>
          </a:xfrm>
          <a:prstGeom prst="rect">
            <a:avLst/>
          </a:prstGeom>
          <a:solidFill>
            <a:srgbClr val="395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Rectangle 1143"/>
          <p:cNvSpPr/>
          <p:nvPr/>
        </p:nvSpPr>
        <p:spPr>
          <a:xfrm>
            <a:off x="5072379" y="4000500"/>
            <a:ext cx="79756" cy="40386"/>
          </a:xfrm>
          <a:prstGeom prst="rect">
            <a:avLst/>
          </a:prstGeom>
          <a:solidFill>
            <a:srgbClr val="42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Rectangle 1144"/>
          <p:cNvSpPr/>
          <p:nvPr/>
        </p:nvSpPr>
        <p:spPr>
          <a:xfrm>
            <a:off x="5149850" y="4000500"/>
            <a:ext cx="79756" cy="40386"/>
          </a:xfrm>
          <a:prstGeom prst="rect">
            <a:avLst/>
          </a:prstGeom>
          <a:solidFill>
            <a:srgbClr val="48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Rectangle 1145"/>
          <p:cNvSpPr/>
          <p:nvPr/>
        </p:nvSpPr>
        <p:spPr>
          <a:xfrm>
            <a:off x="579120" y="39623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Rectangle 1146"/>
          <p:cNvSpPr/>
          <p:nvPr/>
        </p:nvSpPr>
        <p:spPr>
          <a:xfrm>
            <a:off x="656590" y="3962399"/>
            <a:ext cx="79756" cy="40386"/>
          </a:xfrm>
          <a:prstGeom prst="rect">
            <a:avLst/>
          </a:prstGeom>
          <a:solidFill>
            <a:srgbClr val="3D5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Rectangle 1147"/>
          <p:cNvSpPr/>
          <p:nvPr/>
        </p:nvSpPr>
        <p:spPr>
          <a:xfrm>
            <a:off x="734059" y="3962399"/>
            <a:ext cx="79756" cy="40386"/>
          </a:xfrm>
          <a:prstGeom prst="rect">
            <a:avLst/>
          </a:prstGeom>
          <a:solidFill>
            <a:srgbClr val="4A6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Rectangle 1148"/>
          <p:cNvSpPr/>
          <p:nvPr/>
        </p:nvSpPr>
        <p:spPr>
          <a:xfrm>
            <a:off x="811530" y="3962399"/>
            <a:ext cx="79756" cy="40386"/>
          </a:xfrm>
          <a:prstGeom prst="rect">
            <a:avLst/>
          </a:prstGeom>
          <a:solidFill>
            <a:srgbClr val="4A6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Rectangle 1149"/>
          <p:cNvSpPr/>
          <p:nvPr/>
        </p:nvSpPr>
        <p:spPr>
          <a:xfrm>
            <a:off x="888999" y="3962399"/>
            <a:ext cx="79756" cy="40386"/>
          </a:xfrm>
          <a:prstGeom prst="rect">
            <a:avLst/>
          </a:prstGeom>
          <a:solidFill>
            <a:srgbClr val="22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Rectangle 1150"/>
          <p:cNvSpPr/>
          <p:nvPr/>
        </p:nvSpPr>
        <p:spPr>
          <a:xfrm>
            <a:off x="966470" y="39623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Rectangle 1151"/>
          <p:cNvSpPr/>
          <p:nvPr/>
        </p:nvSpPr>
        <p:spPr>
          <a:xfrm>
            <a:off x="1043940" y="39623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Rectangle 1152"/>
          <p:cNvSpPr/>
          <p:nvPr/>
        </p:nvSpPr>
        <p:spPr>
          <a:xfrm>
            <a:off x="1121410" y="39623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Rectangle 1153"/>
          <p:cNvSpPr/>
          <p:nvPr/>
        </p:nvSpPr>
        <p:spPr>
          <a:xfrm>
            <a:off x="1198879" y="39623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Rectangle 1154"/>
          <p:cNvSpPr/>
          <p:nvPr/>
        </p:nvSpPr>
        <p:spPr>
          <a:xfrm>
            <a:off x="1276350" y="39623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Rectangle 1155"/>
          <p:cNvSpPr/>
          <p:nvPr/>
        </p:nvSpPr>
        <p:spPr>
          <a:xfrm>
            <a:off x="1353820" y="39623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Rectangle 1156"/>
          <p:cNvSpPr/>
          <p:nvPr/>
        </p:nvSpPr>
        <p:spPr>
          <a:xfrm>
            <a:off x="1431289" y="3962399"/>
            <a:ext cx="79756" cy="40386"/>
          </a:xfrm>
          <a:prstGeom prst="rect">
            <a:avLst/>
          </a:prstGeom>
          <a:solidFill>
            <a:srgbClr val="2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Rectangle 1157"/>
          <p:cNvSpPr/>
          <p:nvPr/>
        </p:nvSpPr>
        <p:spPr>
          <a:xfrm>
            <a:off x="1508760" y="3962399"/>
            <a:ext cx="79756" cy="40386"/>
          </a:xfrm>
          <a:prstGeom prst="rect">
            <a:avLst/>
          </a:prstGeom>
          <a:solidFill>
            <a:srgbClr val="577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Rectangle 1158"/>
          <p:cNvSpPr/>
          <p:nvPr/>
        </p:nvSpPr>
        <p:spPr>
          <a:xfrm>
            <a:off x="1586229" y="3962399"/>
            <a:ext cx="79756" cy="40386"/>
          </a:xfrm>
          <a:prstGeom prst="rect">
            <a:avLst/>
          </a:prstGeom>
          <a:solidFill>
            <a:srgbClr val="678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Rectangle 1159"/>
          <p:cNvSpPr/>
          <p:nvPr/>
        </p:nvSpPr>
        <p:spPr>
          <a:xfrm>
            <a:off x="1663700" y="3962399"/>
            <a:ext cx="79756" cy="40386"/>
          </a:xfrm>
          <a:prstGeom prst="rect">
            <a:avLst/>
          </a:prstGeom>
          <a:solidFill>
            <a:srgbClr val="6C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Rectangle 1160"/>
          <p:cNvSpPr/>
          <p:nvPr/>
        </p:nvSpPr>
        <p:spPr>
          <a:xfrm>
            <a:off x="1741170" y="3962399"/>
            <a:ext cx="79756" cy="40386"/>
          </a:xfrm>
          <a:prstGeom prst="rect">
            <a:avLst/>
          </a:prstGeom>
          <a:solidFill>
            <a:srgbClr val="3C5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Rectangle 1161"/>
          <p:cNvSpPr/>
          <p:nvPr/>
        </p:nvSpPr>
        <p:spPr>
          <a:xfrm>
            <a:off x="1818639" y="3962399"/>
            <a:ext cx="79756" cy="40386"/>
          </a:xfrm>
          <a:prstGeom prst="rect">
            <a:avLst/>
          </a:prstGeom>
          <a:solidFill>
            <a:srgbClr val="779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Rectangle 1162"/>
          <p:cNvSpPr/>
          <p:nvPr/>
        </p:nvSpPr>
        <p:spPr>
          <a:xfrm>
            <a:off x="1896110" y="3962399"/>
            <a:ext cx="79756" cy="40386"/>
          </a:xfrm>
          <a:prstGeom prst="rect">
            <a:avLst/>
          </a:prstGeom>
          <a:solidFill>
            <a:srgbClr val="769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Rectangle 1163"/>
          <p:cNvSpPr/>
          <p:nvPr/>
        </p:nvSpPr>
        <p:spPr>
          <a:xfrm>
            <a:off x="1973580" y="3962399"/>
            <a:ext cx="79756" cy="40386"/>
          </a:xfrm>
          <a:prstGeom prst="rect">
            <a:avLst/>
          </a:prstGeom>
          <a:solidFill>
            <a:srgbClr val="50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Rectangle 1164"/>
          <p:cNvSpPr/>
          <p:nvPr/>
        </p:nvSpPr>
        <p:spPr>
          <a:xfrm>
            <a:off x="2051049" y="3962399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Rectangle 1165"/>
          <p:cNvSpPr/>
          <p:nvPr/>
        </p:nvSpPr>
        <p:spPr>
          <a:xfrm>
            <a:off x="2128520" y="3962399"/>
            <a:ext cx="79756" cy="40386"/>
          </a:xfrm>
          <a:prstGeom prst="rect">
            <a:avLst/>
          </a:prstGeom>
          <a:solidFill>
            <a:srgbClr val="638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Rectangle 1166"/>
          <p:cNvSpPr/>
          <p:nvPr/>
        </p:nvSpPr>
        <p:spPr>
          <a:xfrm>
            <a:off x="2205990" y="3962399"/>
            <a:ext cx="79756" cy="40386"/>
          </a:xfrm>
          <a:prstGeom prst="rect">
            <a:avLst/>
          </a:prstGeom>
          <a:solidFill>
            <a:srgbClr val="45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Rectangle 1167"/>
          <p:cNvSpPr/>
          <p:nvPr/>
        </p:nvSpPr>
        <p:spPr>
          <a:xfrm>
            <a:off x="2283459" y="3962399"/>
            <a:ext cx="79756" cy="40386"/>
          </a:xfrm>
          <a:prstGeom prst="rect">
            <a:avLst/>
          </a:prstGeom>
          <a:solidFill>
            <a:srgbClr val="46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Rectangle 1168"/>
          <p:cNvSpPr/>
          <p:nvPr/>
        </p:nvSpPr>
        <p:spPr>
          <a:xfrm>
            <a:off x="2360930" y="3962399"/>
            <a:ext cx="79756" cy="40386"/>
          </a:xfrm>
          <a:prstGeom prst="rect">
            <a:avLst/>
          </a:prstGeom>
          <a:solidFill>
            <a:srgbClr val="65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Rectangle 1169"/>
          <p:cNvSpPr/>
          <p:nvPr/>
        </p:nvSpPr>
        <p:spPr>
          <a:xfrm>
            <a:off x="2438400" y="3962399"/>
            <a:ext cx="79756" cy="40386"/>
          </a:xfrm>
          <a:prstGeom prst="rect">
            <a:avLst/>
          </a:prstGeom>
          <a:solidFill>
            <a:srgbClr val="6E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Rectangle 1170"/>
          <p:cNvSpPr/>
          <p:nvPr/>
        </p:nvSpPr>
        <p:spPr>
          <a:xfrm>
            <a:off x="2515870" y="3962399"/>
            <a:ext cx="79756" cy="40386"/>
          </a:xfrm>
          <a:prstGeom prst="rect">
            <a:avLst/>
          </a:prstGeom>
          <a:solidFill>
            <a:srgbClr val="77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Rectangle 1171"/>
          <p:cNvSpPr/>
          <p:nvPr/>
        </p:nvSpPr>
        <p:spPr>
          <a:xfrm>
            <a:off x="2593339" y="3962399"/>
            <a:ext cx="79756" cy="40386"/>
          </a:xfrm>
          <a:prstGeom prst="rect">
            <a:avLst/>
          </a:prstGeom>
          <a:solidFill>
            <a:srgbClr val="7FA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Rectangle 1172"/>
          <p:cNvSpPr/>
          <p:nvPr/>
        </p:nvSpPr>
        <p:spPr>
          <a:xfrm>
            <a:off x="2670810" y="3962399"/>
            <a:ext cx="79756" cy="40386"/>
          </a:xfrm>
          <a:prstGeom prst="rect">
            <a:avLst/>
          </a:prstGeom>
          <a:solidFill>
            <a:srgbClr val="61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Rectangle 1173"/>
          <p:cNvSpPr/>
          <p:nvPr/>
        </p:nvSpPr>
        <p:spPr>
          <a:xfrm>
            <a:off x="2748280" y="3962399"/>
            <a:ext cx="79756" cy="40386"/>
          </a:xfrm>
          <a:prstGeom prst="rect">
            <a:avLst/>
          </a:prstGeom>
          <a:solidFill>
            <a:srgbClr val="6E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Rectangle 1174"/>
          <p:cNvSpPr/>
          <p:nvPr/>
        </p:nvSpPr>
        <p:spPr>
          <a:xfrm>
            <a:off x="2825750" y="3962399"/>
            <a:ext cx="79756" cy="40386"/>
          </a:xfrm>
          <a:prstGeom prst="rect">
            <a:avLst/>
          </a:prstGeom>
          <a:solidFill>
            <a:srgbClr val="7E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Rectangle 1175"/>
          <p:cNvSpPr/>
          <p:nvPr/>
        </p:nvSpPr>
        <p:spPr>
          <a:xfrm>
            <a:off x="2903220" y="3962399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Rectangle 1176"/>
          <p:cNvSpPr/>
          <p:nvPr/>
        </p:nvSpPr>
        <p:spPr>
          <a:xfrm>
            <a:off x="2980690" y="3962399"/>
            <a:ext cx="79756" cy="40386"/>
          </a:xfrm>
          <a:prstGeom prst="rect">
            <a:avLst/>
          </a:prstGeom>
          <a:solidFill>
            <a:srgbClr val="4D6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Rectangle 1177"/>
          <p:cNvSpPr/>
          <p:nvPr/>
        </p:nvSpPr>
        <p:spPr>
          <a:xfrm>
            <a:off x="3058159" y="3962399"/>
            <a:ext cx="79756" cy="40386"/>
          </a:xfrm>
          <a:prstGeom prst="rect">
            <a:avLst/>
          </a:prstGeom>
          <a:solidFill>
            <a:srgbClr val="62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Rectangle 1178"/>
          <p:cNvSpPr/>
          <p:nvPr/>
        </p:nvSpPr>
        <p:spPr>
          <a:xfrm>
            <a:off x="3135630" y="3962399"/>
            <a:ext cx="79756" cy="40386"/>
          </a:xfrm>
          <a:prstGeom prst="rect">
            <a:avLst/>
          </a:prstGeom>
          <a:solidFill>
            <a:srgbClr val="577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Rectangle 1179"/>
          <p:cNvSpPr/>
          <p:nvPr/>
        </p:nvSpPr>
        <p:spPr>
          <a:xfrm>
            <a:off x="3213100" y="3962399"/>
            <a:ext cx="79756" cy="40386"/>
          </a:xfrm>
          <a:prstGeom prst="rect">
            <a:avLst/>
          </a:prstGeom>
          <a:solidFill>
            <a:srgbClr val="3C5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Rectangle 1180"/>
          <p:cNvSpPr/>
          <p:nvPr/>
        </p:nvSpPr>
        <p:spPr>
          <a:xfrm>
            <a:off x="3290570" y="3962399"/>
            <a:ext cx="79756" cy="40386"/>
          </a:xfrm>
          <a:prstGeom prst="rect">
            <a:avLst/>
          </a:prstGeom>
          <a:solidFill>
            <a:srgbClr val="73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Rectangle 1181"/>
          <p:cNvSpPr/>
          <p:nvPr/>
        </p:nvSpPr>
        <p:spPr>
          <a:xfrm>
            <a:off x="3368040" y="3962399"/>
            <a:ext cx="79756" cy="40386"/>
          </a:xfrm>
          <a:prstGeom prst="rect">
            <a:avLst/>
          </a:prstGeom>
          <a:solidFill>
            <a:srgbClr val="7C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Rectangle 1182"/>
          <p:cNvSpPr/>
          <p:nvPr/>
        </p:nvSpPr>
        <p:spPr>
          <a:xfrm>
            <a:off x="3445510" y="3962399"/>
            <a:ext cx="79756" cy="40386"/>
          </a:xfrm>
          <a:prstGeom prst="rect">
            <a:avLst/>
          </a:prstGeom>
          <a:solidFill>
            <a:srgbClr val="71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Rectangle 1183"/>
          <p:cNvSpPr/>
          <p:nvPr/>
        </p:nvSpPr>
        <p:spPr>
          <a:xfrm>
            <a:off x="3522979" y="3962399"/>
            <a:ext cx="79756" cy="40386"/>
          </a:xfrm>
          <a:prstGeom prst="rect">
            <a:avLst/>
          </a:prstGeom>
          <a:solidFill>
            <a:srgbClr val="3B5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Rectangle 1184"/>
          <p:cNvSpPr/>
          <p:nvPr/>
        </p:nvSpPr>
        <p:spPr>
          <a:xfrm>
            <a:off x="3600450" y="3962399"/>
            <a:ext cx="79756" cy="40386"/>
          </a:xfrm>
          <a:prstGeom prst="rect">
            <a:avLst/>
          </a:prstGeom>
          <a:solidFill>
            <a:srgbClr val="1E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Rectangle 1185"/>
          <p:cNvSpPr/>
          <p:nvPr/>
        </p:nvSpPr>
        <p:spPr>
          <a:xfrm>
            <a:off x="3677920" y="3962399"/>
            <a:ext cx="79756" cy="40386"/>
          </a:xfrm>
          <a:prstGeom prst="rect">
            <a:avLst/>
          </a:prstGeom>
          <a:solidFill>
            <a:srgbClr val="1C2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Rectangle 1186"/>
          <p:cNvSpPr/>
          <p:nvPr/>
        </p:nvSpPr>
        <p:spPr>
          <a:xfrm>
            <a:off x="3755390" y="3962399"/>
            <a:ext cx="79756" cy="40386"/>
          </a:xfrm>
          <a:prstGeom prst="rect">
            <a:avLst/>
          </a:prstGeom>
          <a:solidFill>
            <a:srgbClr val="25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Rectangle 1187"/>
          <p:cNvSpPr/>
          <p:nvPr/>
        </p:nvSpPr>
        <p:spPr>
          <a:xfrm>
            <a:off x="3832860" y="3962399"/>
            <a:ext cx="79756" cy="40386"/>
          </a:xfrm>
          <a:prstGeom prst="rect">
            <a:avLst/>
          </a:prstGeom>
          <a:solidFill>
            <a:srgbClr val="223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Rectangle 1188"/>
          <p:cNvSpPr/>
          <p:nvPr/>
        </p:nvSpPr>
        <p:spPr>
          <a:xfrm>
            <a:off x="3910330" y="39623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Rectangle 1189"/>
          <p:cNvSpPr/>
          <p:nvPr/>
        </p:nvSpPr>
        <p:spPr>
          <a:xfrm>
            <a:off x="3987799" y="39623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Rectangle 1190"/>
          <p:cNvSpPr/>
          <p:nvPr/>
        </p:nvSpPr>
        <p:spPr>
          <a:xfrm>
            <a:off x="4065270" y="3962399"/>
            <a:ext cx="79756" cy="40386"/>
          </a:xfrm>
          <a:prstGeom prst="rect">
            <a:avLst/>
          </a:prstGeom>
          <a:solidFill>
            <a:srgbClr val="2D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Rectangle 1191"/>
          <p:cNvSpPr/>
          <p:nvPr/>
        </p:nvSpPr>
        <p:spPr>
          <a:xfrm>
            <a:off x="4142740" y="3962399"/>
            <a:ext cx="79756" cy="40386"/>
          </a:xfrm>
          <a:prstGeom prst="rect">
            <a:avLst/>
          </a:prstGeom>
          <a:solidFill>
            <a:srgbClr val="5E7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Rectangle 1192"/>
          <p:cNvSpPr/>
          <p:nvPr/>
        </p:nvSpPr>
        <p:spPr>
          <a:xfrm>
            <a:off x="4220209" y="3962399"/>
            <a:ext cx="79756" cy="40386"/>
          </a:xfrm>
          <a:prstGeom prst="rect">
            <a:avLst/>
          </a:prstGeom>
          <a:solidFill>
            <a:srgbClr val="668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Rectangle 1193"/>
          <p:cNvSpPr/>
          <p:nvPr/>
        </p:nvSpPr>
        <p:spPr>
          <a:xfrm>
            <a:off x="4297680" y="3962399"/>
            <a:ext cx="79756" cy="40386"/>
          </a:xfrm>
          <a:prstGeom prst="rect">
            <a:avLst/>
          </a:prstGeom>
          <a:solidFill>
            <a:srgbClr val="618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Rectangle 1194"/>
          <p:cNvSpPr/>
          <p:nvPr/>
        </p:nvSpPr>
        <p:spPr>
          <a:xfrm>
            <a:off x="4375150" y="3962399"/>
            <a:ext cx="79756" cy="40386"/>
          </a:xfrm>
          <a:prstGeom prst="rect">
            <a:avLst/>
          </a:prstGeom>
          <a:solidFill>
            <a:srgbClr val="3A5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Rectangle 1195"/>
          <p:cNvSpPr/>
          <p:nvPr/>
        </p:nvSpPr>
        <p:spPr>
          <a:xfrm>
            <a:off x="4452619" y="3962399"/>
            <a:ext cx="79756" cy="40386"/>
          </a:xfrm>
          <a:prstGeom prst="rect">
            <a:avLst/>
          </a:prstGeom>
          <a:solidFill>
            <a:srgbClr val="668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Rectangle 1196"/>
          <p:cNvSpPr/>
          <p:nvPr/>
        </p:nvSpPr>
        <p:spPr>
          <a:xfrm>
            <a:off x="4530090" y="3962399"/>
            <a:ext cx="79756" cy="40386"/>
          </a:xfrm>
          <a:prstGeom prst="rect">
            <a:avLst/>
          </a:prstGeom>
          <a:solidFill>
            <a:srgbClr val="61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Rectangle 1197"/>
          <p:cNvSpPr/>
          <p:nvPr/>
        </p:nvSpPr>
        <p:spPr>
          <a:xfrm>
            <a:off x="4607560" y="3962399"/>
            <a:ext cx="79756" cy="40386"/>
          </a:xfrm>
          <a:prstGeom prst="rect">
            <a:avLst/>
          </a:prstGeom>
          <a:solidFill>
            <a:srgbClr val="324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Rectangle 1198"/>
          <p:cNvSpPr/>
          <p:nvPr/>
        </p:nvSpPr>
        <p:spPr>
          <a:xfrm>
            <a:off x="4685030" y="3962399"/>
            <a:ext cx="79756" cy="40386"/>
          </a:xfrm>
          <a:prstGeom prst="rect">
            <a:avLst/>
          </a:prstGeom>
          <a:solidFill>
            <a:srgbClr val="4C6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Rectangle 1199"/>
          <p:cNvSpPr/>
          <p:nvPr/>
        </p:nvSpPr>
        <p:spPr>
          <a:xfrm>
            <a:off x="4762500" y="3962399"/>
            <a:ext cx="79756" cy="40386"/>
          </a:xfrm>
          <a:prstGeom prst="rect">
            <a:avLst/>
          </a:prstGeom>
          <a:solidFill>
            <a:srgbClr val="3F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Rectangle 1200"/>
          <p:cNvSpPr/>
          <p:nvPr/>
        </p:nvSpPr>
        <p:spPr>
          <a:xfrm>
            <a:off x="4839970" y="3962399"/>
            <a:ext cx="79756" cy="40386"/>
          </a:xfrm>
          <a:prstGeom prst="rect">
            <a:avLst/>
          </a:prstGeom>
          <a:solidFill>
            <a:srgbClr val="21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Rectangle 1201"/>
          <p:cNvSpPr/>
          <p:nvPr/>
        </p:nvSpPr>
        <p:spPr>
          <a:xfrm>
            <a:off x="4917440" y="3962399"/>
            <a:ext cx="79756" cy="40386"/>
          </a:xfrm>
          <a:prstGeom prst="rect">
            <a:avLst/>
          </a:prstGeom>
          <a:solidFill>
            <a:srgbClr val="27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Rectangle 1202"/>
          <p:cNvSpPr/>
          <p:nvPr/>
        </p:nvSpPr>
        <p:spPr>
          <a:xfrm>
            <a:off x="4994910" y="3962399"/>
            <a:ext cx="79756" cy="40386"/>
          </a:xfrm>
          <a:prstGeom prst="rect">
            <a:avLst/>
          </a:prstGeom>
          <a:solidFill>
            <a:srgbClr val="39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Rectangle 1203"/>
          <p:cNvSpPr/>
          <p:nvPr/>
        </p:nvSpPr>
        <p:spPr>
          <a:xfrm>
            <a:off x="5072379" y="3962399"/>
            <a:ext cx="79756" cy="40386"/>
          </a:xfrm>
          <a:prstGeom prst="rect">
            <a:avLst/>
          </a:prstGeom>
          <a:solidFill>
            <a:srgbClr val="3E5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Rectangle 1204"/>
          <p:cNvSpPr/>
          <p:nvPr/>
        </p:nvSpPr>
        <p:spPr>
          <a:xfrm>
            <a:off x="5149850" y="3962399"/>
            <a:ext cx="79756" cy="40386"/>
          </a:xfrm>
          <a:prstGeom prst="rect">
            <a:avLst/>
          </a:prstGeom>
          <a:solidFill>
            <a:srgbClr val="43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Rectangle 1205"/>
          <p:cNvSpPr/>
          <p:nvPr/>
        </p:nvSpPr>
        <p:spPr>
          <a:xfrm>
            <a:off x="579120" y="3924300"/>
            <a:ext cx="79756" cy="40386"/>
          </a:xfrm>
          <a:prstGeom prst="rect">
            <a:avLst/>
          </a:prstGeom>
          <a:solidFill>
            <a:srgbClr val="304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Rectangle 1206"/>
          <p:cNvSpPr/>
          <p:nvPr/>
        </p:nvSpPr>
        <p:spPr>
          <a:xfrm>
            <a:off x="656590" y="3924300"/>
            <a:ext cx="79756" cy="40386"/>
          </a:xfrm>
          <a:prstGeom prst="rect">
            <a:avLst/>
          </a:prstGeom>
          <a:solidFill>
            <a:srgbClr val="1E2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Rectangle 1207"/>
          <p:cNvSpPr/>
          <p:nvPr/>
        </p:nvSpPr>
        <p:spPr>
          <a:xfrm>
            <a:off x="734059" y="3924300"/>
            <a:ext cx="79756" cy="40386"/>
          </a:xfrm>
          <a:prstGeom prst="rect">
            <a:avLst/>
          </a:prstGeom>
          <a:solidFill>
            <a:srgbClr val="2C4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Rectangle 1208"/>
          <p:cNvSpPr/>
          <p:nvPr/>
        </p:nvSpPr>
        <p:spPr>
          <a:xfrm>
            <a:off x="811530" y="3924300"/>
            <a:ext cx="79756" cy="40386"/>
          </a:xfrm>
          <a:prstGeom prst="rect">
            <a:avLst/>
          </a:prstGeom>
          <a:solidFill>
            <a:srgbClr val="54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Rectangle 1209"/>
          <p:cNvSpPr/>
          <p:nvPr/>
        </p:nvSpPr>
        <p:spPr>
          <a:xfrm>
            <a:off x="888999" y="39243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Rectangle 1210"/>
          <p:cNvSpPr/>
          <p:nvPr/>
        </p:nvSpPr>
        <p:spPr>
          <a:xfrm>
            <a:off x="966470" y="3924300"/>
            <a:ext cx="79756" cy="40386"/>
          </a:xfrm>
          <a:prstGeom prst="rect">
            <a:avLst/>
          </a:prstGeom>
          <a:solidFill>
            <a:srgbClr val="6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Rectangle 1211"/>
          <p:cNvSpPr/>
          <p:nvPr/>
        </p:nvSpPr>
        <p:spPr>
          <a:xfrm>
            <a:off x="1043940" y="3924300"/>
            <a:ext cx="79756" cy="40386"/>
          </a:xfrm>
          <a:prstGeom prst="rect">
            <a:avLst/>
          </a:prstGeom>
          <a:solidFill>
            <a:srgbClr val="52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Rectangle 1212"/>
          <p:cNvSpPr/>
          <p:nvPr/>
        </p:nvSpPr>
        <p:spPr>
          <a:xfrm>
            <a:off x="1121410" y="3924300"/>
            <a:ext cx="79756" cy="40386"/>
          </a:xfrm>
          <a:prstGeom prst="rect">
            <a:avLst/>
          </a:prstGeom>
          <a:solidFill>
            <a:srgbClr val="3A5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Rectangle 1213"/>
          <p:cNvSpPr/>
          <p:nvPr/>
        </p:nvSpPr>
        <p:spPr>
          <a:xfrm>
            <a:off x="1198879" y="3924300"/>
            <a:ext cx="79756" cy="40386"/>
          </a:xfrm>
          <a:prstGeom prst="rect">
            <a:avLst/>
          </a:prstGeom>
          <a:solidFill>
            <a:srgbClr val="34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Rectangle 1214"/>
          <p:cNvSpPr/>
          <p:nvPr/>
        </p:nvSpPr>
        <p:spPr>
          <a:xfrm>
            <a:off x="1276350" y="3924300"/>
            <a:ext cx="79756" cy="40386"/>
          </a:xfrm>
          <a:prstGeom prst="rect">
            <a:avLst/>
          </a:prstGeom>
          <a:solidFill>
            <a:srgbClr val="43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Rectangle 1215"/>
          <p:cNvSpPr/>
          <p:nvPr/>
        </p:nvSpPr>
        <p:spPr>
          <a:xfrm>
            <a:off x="1353820" y="3924300"/>
            <a:ext cx="79756" cy="40386"/>
          </a:xfrm>
          <a:prstGeom prst="rect">
            <a:avLst/>
          </a:prstGeom>
          <a:solidFill>
            <a:srgbClr val="4E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Rectangle 1216"/>
          <p:cNvSpPr/>
          <p:nvPr/>
        </p:nvSpPr>
        <p:spPr>
          <a:xfrm>
            <a:off x="1431289" y="3924300"/>
            <a:ext cx="79756" cy="40386"/>
          </a:xfrm>
          <a:prstGeom prst="rect">
            <a:avLst/>
          </a:prstGeom>
          <a:solidFill>
            <a:srgbClr val="4F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Rectangle 1217"/>
          <p:cNvSpPr/>
          <p:nvPr/>
        </p:nvSpPr>
        <p:spPr>
          <a:xfrm>
            <a:off x="1508760" y="3924300"/>
            <a:ext cx="79756" cy="40386"/>
          </a:xfrm>
          <a:prstGeom prst="rect">
            <a:avLst/>
          </a:prstGeom>
          <a:solidFill>
            <a:srgbClr val="5C7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Rectangle 1218"/>
          <p:cNvSpPr/>
          <p:nvPr/>
        </p:nvSpPr>
        <p:spPr>
          <a:xfrm>
            <a:off x="1586229" y="3924300"/>
            <a:ext cx="79756" cy="40386"/>
          </a:xfrm>
          <a:prstGeom prst="rect">
            <a:avLst/>
          </a:prstGeom>
          <a:solidFill>
            <a:srgbClr val="3B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Rectangle 1219"/>
          <p:cNvSpPr/>
          <p:nvPr/>
        </p:nvSpPr>
        <p:spPr>
          <a:xfrm>
            <a:off x="1663700" y="3924300"/>
            <a:ext cx="79756" cy="40386"/>
          </a:xfrm>
          <a:prstGeom prst="rect">
            <a:avLst/>
          </a:prstGeom>
          <a:solidFill>
            <a:srgbClr val="50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Rectangle 1220"/>
          <p:cNvSpPr/>
          <p:nvPr/>
        </p:nvSpPr>
        <p:spPr>
          <a:xfrm>
            <a:off x="1741170" y="39243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Rectangle 1221"/>
          <p:cNvSpPr/>
          <p:nvPr/>
        </p:nvSpPr>
        <p:spPr>
          <a:xfrm>
            <a:off x="1818639" y="39243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Rectangle 1222"/>
          <p:cNvSpPr/>
          <p:nvPr/>
        </p:nvSpPr>
        <p:spPr>
          <a:xfrm>
            <a:off x="1896110" y="3924300"/>
            <a:ext cx="79756" cy="40386"/>
          </a:xfrm>
          <a:prstGeom prst="rect">
            <a:avLst/>
          </a:prstGeom>
          <a:solidFill>
            <a:srgbClr val="54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Rectangle 1223"/>
          <p:cNvSpPr/>
          <p:nvPr/>
        </p:nvSpPr>
        <p:spPr>
          <a:xfrm>
            <a:off x="1973580" y="3924300"/>
            <a:ext cx="79756" cy="40386"/>
          </a:xfrm>
          <a:prstGeom prst="rect">
            <a:avLst/>
          </a:prstGeom>
          <a:solidFill>
            <a:srgbClr val="71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Rectangle 1224"/>
          <p:cNvSpPr/>
          <p:nvPr/>
        </p:nvSpPr>
        <p:spPr>
          <a:xfrm>
            <a:off x="2051049" y="3924300"/>
            <a:ext cx="79756" cy="40386"/>
          </a:xfrm>
          <a:prstGeom prst="rect">
            <a:avLst/>
          </a:prstGeom>
          <a:solidFill>
            <a:srgbClr val="68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Rectangle 1225"/>
          <p:cNvSpPr/>
          <p:nvPr/>
        </p:nvSpPr>
        <p:spPr>
          <a:xfrm>
            <a:off x="2128520" y="3924300"/>
            <a:ext cx="79756" cy="40386"/>
          </a:xfrm>
          <a:prstGeom prst="rect">
            <a:avLst/>
          </a:prstGeom>
          <a:solidFill>
            <a:srgbClr val="4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Rectangle 1226"/>
          <p:cNvSpPr/>
          <p:nvPr/>
        </p:nvSpPr>
        <p:spPr>
          <a:xfrm>
            <a:off x="2205990" y="3924300"/>
            <a:ext cx="79756" cy="40386"/>
          </a:xfrm>
          <a:prstGeom prst="rect">
            <a:avLst/>
          </a:prstGeom>
          <a:solidFill>
            <a:srgbClr val="59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Rectangle 1227"/>
          <p:cNvSpPr/>
          <p:nvPr/>
        </p:nvSpPr>
        <p:spPr>
          <a:xfrm>
            <a:off x="2283459" y="3924300"/>
            <a:ext cx="79756" cy="40386"/>
          </a:xfrm>
          <a:prstGeom prst="rect">
            <a:avLst/>
          </a:prstGeom>
          <a:solidFill>
            <a:srgbClr val="59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Rectangle 1228"/>
          <p:cNvSpPr/>
          <p:nvPr/>
        </p:nvSpPr>
        <p:spPr>
          <a:xfrm>
            <a:off x="2360930" y="3924300"/>
            <a:ext cx="79756" cy="40386"/>
          </a:xfrm>
          <a:prstGeom prst="rect">
            <a:avLst/>
          </a:prstGeom>
          <a:solidFill>
            <a:srgbClr val="577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Rectangle 1229"/>
          <p:cNvSpPr/>
          <p:nvPr/>
        </p:nvSpPr>
        <p:spPr>
          <a:xfrm>
            <a:off x="2438400" y="3924300"/>
            <a:ext cx="79756" cy="40386"/>
          </a:xfrm>
          <a:prstGeom prst="rect">
            <a:avLst/>
          </a:prstGeom>
          <a:solidFill>
            <a:srgbClr val="43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Rectangle 1230"/>
          <p:cNvSpPr/>
          <p:nvPr/>
        </p:nvSpPr>
        <p:spPr>
          <a:xfrm>
            <a:off x="2515870" y="3924300"/>
            <a:ext cx="79756" cy="40386"/>
          </a:xfrm>
          <a:prstGeom prst="rect">
            <a:avLst/>
          </a:prstGeom>
          <a:solidFill>
            <a:srgbClr val="53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Rectangle 1231"/>
          <p:cNvSpPr/>
          <p:nvPr/>
        </p:nvSpPr>
        <p:spPr>
          <a:xfrm>
            <a:off x="2593339" y="3924300"/>
            <a:ext cx="79756" cy="40386"/>
          </a:xfrm>
          <a:prstGeom prst="rect">
            <a:avLst/>
          </a:prstGeom>
          <a:solidFill>
            <a:srgbClr val="789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Rectangle 1232"/>
          <p:cNvSpPr/>
          <p:nvPr/>
        </p:nvSpPr>
        <p:spPr>
          <a:xfrm>
            <a:off x="2670810" y="3924300"/>
            <a:ext cx="79756" cy="40386"/>
          </a:xfrm>
          <a:prstGeom prst="rect">
            <a:avLst/>
          </a:prstGeom>
          <a:solidFill>
            <a:srgbClr val="80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Rectangle 1233"/>
          <p:cNvSpPr/>
          <p:nvPr/>
        </p:nvSpPr>
        <p:spPr>
          <a:xfrm>
            <a:off x="2748280" y="3924300"/>
            <a:ext cx="79756" cy="40386"/>
          </a:xfrm>
          <a:prstGeom prst="rect">
            <a:avLst/>
          </a:prstGeom>
          <a:solidFill>
            <a:srgbClr val="7E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Rectangle 1234"/>
          <p:cNvSpPr/>
          <p:nvPr/>
        </p:nvSpPr>
        <p:spPr>
          <a:xfrm>
            <a:off x="2825750" y="3924300"/>
            <a:ext cx="79756" cy="40386"/>
          </a:xfrm>
          <a:prstGeom prst="rect">
            <a:avLst/>
          </a:prstGeom>
          <a:solidFill>
            <a:srgbClr val="5D7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Rectangle 1235"/>
          <p:cNvSpPr/>
          <p:nvPr/>
        </p:nvSpPr>
        <p:spPr>
          <a:xfrm>
            <a:off x="2903220" y="39243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Rectangle 1236"/>
          <p:cNvSpPr/>
          <p:nvPr/>
        </p:nvSpPr>
        <p:spPr>
          <a:xfrm>
            <a:off x="2980690" y="3924300"/>
            <a:ext cx="79756" cy="40386"/>
          </a:xfrm>
          <a:prstGeom prst="rect">
            <a:avLst/>
          </a:prstGeom>
          <a:solidFill>
            <a:srgbClr val="69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Rectangle 1237"/>
          <p:cNvSpPr/>
          <p:nvPr/>
        </p:nvSpPr>
        <p:spPr>
          <a:xfrm>
            <a:off x="3058159" y="3924300"/>
            <a:ext cx="79756" cy="40386"/>
          </a:xfrm>
          <a:prstGeom prst="rect">
            <a:avLst/>
          </a:prstGeom>
          <a:solidFill>
            <a:srgbClr val="3C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Rectangle 1238"/>
          <p:cNvSpPr/>
          <p:nvPr/>
        </p:nvSpPr>
        <p:spPr>
          <a:xfrm>
            <a:off x="3135630" y="3924300"/>
            <a:ext cx="79756" cy="40386"/>
          </a:xfrm>
          <a:prstGeom prst="rect">
            <a:avLst/>
          </a:prstGeom>
          <a:solidFill>
            <a:srgbClr val="5D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Rectangle 1239"/>
          <p:cNvSpPr/>
          <p:nvPr/>
        </p:nvSpPr>
        <p:spPr>
          <a:xfrm>
            <a:off x="3213100" y="3924300"/>
            <a:ext cx="79756" cy="40386"/>
          </a:xfrm>
          <a:prstGeom prst="rect">
            <a:avLst/>
          </a:prstGeom>
          <a:solidFill>
            <a:srgbClr val="648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Rectangle 1240"/>
          <p:cNvSpPr/>
          <p:nvPr/>
        </p:nvSpPr>
        <p:spPr>
          <a:xfrm>
            <a:off x="3290570" y="3924300"/>
            <a:ext cx="79756" cy="40386"/>
          </a:xfrm>
          <a:prstGeom prst="rect">
            <a:avLst/>
          </a:prstGeom>
          <a:solidFill>
            <a:srgbClr val="3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Rectangle 1241"/>
          <p:cNvSpPr/>
          <p:nvPr/>
        </p:nvSpPr>
        <p:spPr>
          <a:xfrm>
            <a:off x="3368040" y="3924300"/>
            <a:ext cx="79756" cy="40386"/>
          </a:xfrm>
          <a:prstGeom prst="rect">
            <a:avLst/>
          </a:prstGeom>
          <a:solidFill>
            <a:srgbClr val="5D7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Rectangle 1242"/>
          <p:cNvSpPr/>
          <p:nvPr/>
        </p:nvSpPr>
        <p:spPr>
          <a:xfrm>
            <a:off x="3445510" y="3924300"/>
            <a:ext cx="79756" cy="40386"/>
          </a:xfrm>
          <a:prstGeom prst="rect">
            <a:avLst/>
          </a:prstGeom>
          <a:solidFill>
            <a:srgbClr val="83A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Rectangle 1243"/>
          <p:cNvSpPr/>
          <p:nvPr/>
        </p:nvSpPr>
        <p:spPr>
          <a:xfrm>
            <a:off x="3522979" y="3924300"/>
            <a:ext cx="79756" cy="40386"/>
          </a:xfrm>
          <a:prstGeom prst="rect">
            <a:avLst/>
          </a:prstGeom>
          <a:solidFill>
            <a:srgbClr val="86A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Rectangle 1244"/>
          <p:cNvSpPr/>
          <p:nvPr/>
        </p:nvSpPr>
        <p:spPr>
          <a:xfrm>
            <a:off x="3600450" y="3924300"/>
            <a:ext cx="79756" cy="40386"/>
          </a:xfrm>
          <a:prstGeom prst="rect">
            <a:avLst/>
          </a:prstGeom>
          <a:solidFill>
            <a:srgbClr val="85A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Rectangle 1245"/>
          <p:cNvSpPr/>
          <p:nvPr/>
        </p:nvSpPr>
        <p:spPr>
          <a:xfrm>
            <a:off x="3677920" y="3924300"/>
            <a:ext cx="79756" cy="40386"/>
          </a:xfrm>
          <a:prstGeom prst="rect">
            <a:avLst/>
          </a:prstGeom>
          <a:solidFill>
            <a:srgbClr val="6E9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Rectangle 1246"/>
          <p:cNvSpPr/>
          <p:nvPr/>
        </p:nvSpPr>
        <p:spPr>
          <a:xfrm>
            <a:off x="3755390" y="3924300"/>
            <a:ext cx="79756" cy="40386"/>
          </a:xfrm>
          <a:prstGeom prst="rect">
            <a:avLst/>
          </a:prstGeom>
          <a:solidFill>
            <a:srgbClr val="4F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Rectangle 1247"/>
          <p:cNvSpPr/>
          <p:nvPr/>
        </p:nvSpPr>
        <p:spPr>
          <a:xfrm>
            <a:off x="3832860" y="3924300"/>
            <a:ext cx="79756" cy="40386"/>
          </a:xfrm>
          <a:prstGeom prst="rect">
            <a:avLst/>
          </a:prstGeom>
          <a:solidFill>
            <a:srgbClr val="48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Rectangle 1248"/>
          <p:cNvSpPr/>
          <p:nvPr/>
        </p:nvSpPr>
        <p:spPr>
          <a:xfrm>
            <a:off x="3910330" y="3924300"/>
            <a:ext cx="79756" cy="40386"/>
          </a:xfrm>
          <a:prstGeom prst="rect">
            <a:avLst/>
          </a:prstGeom>
          <a:solidFill>
            <a:srgbClr val="547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Rectangle 1249"/>
          <p:cNvSpPr/>
          <p:nvPr/>
        </p:nvSpPr>
        <p:spPr>
          <a:xfrm>
            <a:off x="3987799" y="3924300"/>
            <a:ext cx="79756" cy="40386"/>
          </a:xfrm>
          <a:prstGeom prst="rect">
            <a:avLst/>
          </a:prstGeom>
          <a:solidFill>
            <a:srgbClr val="58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Rectangle 1250"/>
          <p:cNvSpPr/>
          <p:nvPr/>
        </p:nvSpPr>
        <p:spPr>
          <a:xfrm>
            <a:off x="4065270" y="3924300"/>
            <a:ext cx="79756" cy="40386"/>
          </a:xfrm>
          <a:prstGeom prst="rect">
            <a:avLst/>
          </a:prstGeom>
          <a:solidFill>
            <a:srgbClr val="587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Rectangle 1251"/>
          <p:cNvSpPr/>
          <p:nvPr/>
        </p:nvSpPr>
        <p:spPr>
          <a:xfrm>
            <a:off x="4142740" y="3924300"/>
            <a:ext cx="79756" cy="40386"/>
          </a:xfrm>
          <a:prstGeom prst="rect">
            <a:avLst/>
          </a:prstGeom>
          <a:solidFill>
            <a:srgbClr val="5E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Rectangle 1252"/>
          <p:cNvSpPr/>
          <p:nvPr/>
        </p:nvSpPr>
        <p:spPr>
          <a:xfrm>
            <a:off x="4220209" y="3924300"/>
            <a:ext cx="79756" cy="40386"/>
          </a:xfrm>
          <a:prstGeom prst="rect">
            <a:avLst/>
          </a:prstGeom>
          <a:solidFill>
            <a:srgbClr val="34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Rectangle 1253"/>
          <p:cNvSpPr/>
          <p:nvPr/>
        </p:nvSpPr>
        <p:spPr>
          <a:xfrm>
            <a:off x="4297680" y="3924300"/>
            <a:ext cx="79756" cy="40386"/>
          </a:xfrm>
          <a:prstGeom prst="rect">
            <a:avLst/>
          </a:prstGeom>
          <a:solidFill>
            <a:srgbClr val="51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Rectangle 1254"/>
          <p:cNvSpPr/>
          <p:nvPr/>
        </p:nvSpPr>
        <p:spPr>
          <a:xfrm>
            <a:off x="4375150" y="3924300"/>
            <a:ext cx="79756" cy="40386"/>
          </a:xfrm>
          <a:prstGeom prst="rect">
            <a:avLst/>
          </a:prstGeom>
          <a:solidFill>
            <a:srgbClr val="69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Rectangle 1255"/>
          <p:cNvSpPr/>
          <p:nvPr/>
        </p:nvSpPr>
        <p:spPr>
          <a:xfrm>
            <a:off x="4452619" y="3924300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Rectangle 1256"/>
          <p:cNvSpPr/>
          <p:nvPr/>
        </p:nvSpPr>
        <p:spPr>
          <a:xfrm>
            <a:off x="4530090" y="3924300"/>
            <a:ext cx="79756" cy="40386"/>
          </a:xfrm>
          <a:prstGeom prst="rect">
            <a:avLst/>
          </a:prstGeom>
          <a:solidFill>
            <a:srgbClr val="476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Rectangle 1257"/>
          <p:cNvSpPr/>
          <p:nvPr/>
        </p:nvSpPr>
        <p:spPr>
          <a:xfrm>
            <a:off x="4607560" y="3924300"/>
            <a:ext cx="79756" cy="40386"/>
          </a:xfrm>
          <a:prstGeom prst="rect">
            <a:avLst/>
          </a:prstGeom>
          <a:solidFill>
            <a:srgbClr val="56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Rectangle 1258"/>
          <p:cNvSpPr/>
          <p:nvPr/>
        </p:nvSpPr>
        <p:spPr>
          <a:xfrm>
            <a:off x="4685030" y="3924300"/>
            <a:ext cx="79756" cy="40386"/>
          </a:xfrm>
          <a:prstGeom prst="rect">
            <a:avLst/>
          </a:prstGeom>
          <a:solidFill>
            <a:srgbClr val="45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Rectangle 1259"/>
          <p:cNvSpPr/>
          <p:nvPr/>
        </p:nvSpPr>
        <p:spPr>
          <a:xfrm>
            <a:off x="4762500" y="3924300"/>
            <a:ext cx="79756" cy="40386"/>
          </a:xfrm>
          <a:prstGeom prst="rect">
            <a:avLst/>
          </a:prstGeom>
          <a:solidFill>
            <a:srgbClr val="2F4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Rectangle 1260"/>
          <p:cNvSpPr/>
          <p:nvPr/>
        </p:nvSpPr>
        <p:spPr>
          <a:xfrm>
            <a:off x="4839970" y="3924300"/>
            <a:ext cx="79756" cy="40386"/>
          </a:xfrm>
          <a:prstGeom prst="rect">
            <a:avLst/>
          </a:prstGeom>
          <a:solidFill>
            <a:srgbClr val="354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Rectangle 1261"/>
          <p:cNvSpPr/>
          <p:nvPr/>
        </p:nvSpPr>
        <p:spPr>
          <a:xfrm>
            <a:off x="4917440" y="3924300"/>
            <a:ext cx="79756" cy="40386"/>
          </a:xfrm>
          <a:prstGeom prst="rect">
            <a:avLst/>
          </a:prstGeom>
          <a:solidFill>
            <a:srgbClr val="334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Rectangle 1262"/>
          <p:cNvSpPr/>
          <p:nvPr/>
        </p:nvSpPr>
        <p:spPr>
          <a:xfrm>
            <a:off x="4994910" y="3924300"/>
            <a:ext cx="79756" cy="40386"/>
          </a:xfrm>
          <a:prstGeom prst="rect">
            <a:avLst/>
          </a:prstGeom>
          <a:solidFill>
            <a:srgbClr val="2B3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Rectangle 1263"/>
          <p:cNvSpPr/>
          <p:nvPr/>
        </p:nvSpPr>
        <p:spPr>
          <a:xfrm>
            <a:off x="5072379" y="3924300"/>
            <a:ext cx="79756" cy="40386"/>
          </a:xfrm>
          <a:prstGeom prst="rect">
            <a:avLst/>
          </a:prstGeom>
          <a:solidFill>
            <a:srgbClr val="1D2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Rectangle 1264"/>
          <p:cNvSpPr/>
          <p:nvPr/>
        </p:nvSpPr>
        <p:spPr>
          <a:xfrm>
            <a:off x="5149850" y="3924300"/>
            <a:ext cx="79756" cy="40386"/>
          </a:xfrm>
          <a:prstGeom prst="rect">
            <a:avLst/>
          </a:prstGeom>
          <a:solidFill>
            <a:srgbClr val="29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Rectangle 1265"/>
          <p:cNvSpPr/>
          <p:nvPr/>
        </p:nvSpPr>
        <p:spPr>
          <a:xfrm>
            <a:off x="579120" y="3886200"/>
            <a:ext cx="79756" cy="40386"/>
          </a:xfrm>
          <a:prstGeom prst="rect">
            <a:avLst/>
          </a:prstGeom>
          <a:solidFill>
            <a:srgbClr val="27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Rectangle 1266"/>
          <p:cNvSpPr/>
          <p:nvPr/>
        </p:nvSpPr>
        <p:spPr>
          <a:xfrm>
            <a:off x="656590" y="3886200"/>
            <a:ext cx="79756" cy="40386"/>
          </a:xfrm>
          <a:prstGeom prst="rect">
            <a:avLst/>
          </a:prstGeom>
          <a:solidFill>
            <a:srgbClr val="3A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Rectangle 1267"/>
          <p:cNvSpPr/>
          <p:nvPr/>
        </p:nvSpPr>
        <p:spPr>
          <a:xfrm>
            <a:off x="734059" y="3886200"/>
            <a:ext cx="79756" cy="40386"/>
          </a:xfrm>
          <a:prstGeom prst="rect">
            <a:avLst/>
          </a:prstGeom>
          <a:solidFill>
            <a:srgbClr val="3C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Rectangle 1268"/>
          <p:cNvSpPr/>
          <p:nvPr/>
        </p:nvSpPr>
        <p:spPr>
          <a:xfrm>
            <a:off x="811530" y="3886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Rectangle 1269"/>
          <p:cNvSpPr/>
          <p:nvPr/>
        </p:nvSpPr>
        <p:spPr>
          <a:xfrm>
            <a:off x="888999" y="3886200"/>
            <a:ext cx="79756" cy="40386"/>
          </a:xfrm>
          <a:prstGeom prst="rect">
            <a:avLst/>
          </a:prstGeom>
          <a:solidFill>
            <a:srgbClr val="2D4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Rectangle 1270"/>
          <p:cNvSpPr/>
          <p:nvPr/>
        </p:nvSpPr>
        <p:spPr>
          <a:xfrm>
            <a:off x="966470" y="3886200"/>
            <a:ext cx="79756" cy="40386"/>
          </a:xfrm>
          <a:prstGeom prst="rect">
            <a:avLst/>
          </a:prstGeom>
          <a:solidFill>
            <a:srgbClr val="54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Rectangle 1271"/>
          <p:cNvSpPr/>
          <p:nvPr/>
        </p:nvSpPr>
        <p:spPr>
          <a:xfrm>
            <a:off x="1043940" y="3886200"/>
            <a:ext cx="79756" cy="40386"/>
          </a:xfrm>
          <a:prstGeom prst="rect">
            <a:avLst/>
          </a:prstGeom>
          <a:solidFill>
            <a:srgbClr val="62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Rectangle 1272"/>
          <p:cNvSpPr/>
          <p:nvPr/>
        </p:nvSpPr>
        <p:spPr>
          <a:xfrm>
            <a:off x="1121410" y="3886200"/>
            <a:ext cx="79756" cy="40386"/>
          </a:xfrm>
          <a:prstGeom prst="rect">
            <a:avLst/>
          </a:prstGeom>
          <a:solidFill>
            <a:srgbClr val="5C7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Rectangle 1273"/>
          <p:cNvSpPr/>
          <p:nvPr/>
        </p:nvSpPr>
        <p:spPr>
          <a:xfrm>
            <a:off x="1198879" y="3886200"/>
            <a:ext cx="79756" cy="40386"/>
          </a:xfrm>
          <a:prstGeom prst="rect">
            <a:avLst/>
          </a:prstGeom>
          <a:solidFill>
            <a:srgbClr val="57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Rectangle 1274"/>
          <p:cNvSpPr/>
          <p:nvPr/>
        </p:nvSpPr>
        <p:spPr>
          <a:xfrm>
            <a:off x="1276350" y="3886200"/>
            <a:ext cx="79756" cy="40386"/>
          </a:xfrm>
          <a:prstGeom prst="rect">
            <a:avLst/>
          </a:prstGeom>
          <a:solidFill>
            <a:srgbClr val="53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Rectangle 1275"/>
          <p:cNvSpPr/>
          <p:nvPr/>
        </p:nvSpPr>
        <p:spPr>
          <a:xfrm>
            <a:off x="1353820" y="3886200"/>
            <a:ext cx="79756" cy="40386"/>
          </a:xfrm>
          <a:prstGeom prst="rect">
            <a:avLst/>
          </a:prstGeom>
          <a:solidFill>
            <a:srgbClr val="41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Rectangle 1276"/>
          <p:cNvSpPr/>
          <p:nvPr/>
        </p:nvSpPr>
        <p:spPr>
          <a:xfrm>
            <a:off x="1431289" y="3886200"/>
            <a:ext cx="79756" cy="40386"/>
          </a:xfrm>
          <a:prstGeom prst="rect">
            <a:avLst/>
          </a:prstGeom>
          <a:solidFill>
            <a:srgbClr val="2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Rectangle 1277"/>
          <p:cNvSpPr/>
          <p:nvPr/>
        </p:nvSpPr>
        <p:spPr>
          <a:xfrm>
            <a:off x="1508760" y="3886200"/>
            <a:ext cx="79756" cy="40386"/>
          </a:xfrm>
          <a:prstGeom prst="rect">
            <a:avLst/>
          </a:prstGeom>
          <a:solidFill>
            <a:srgbClr val="25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Rectangle 1278"/>
          <p:cNvSpPr/>
          <p:nvPr/>
        </p:nvSpPr>
        <p:spPr>
          <a:xfrm>
            <a:off x="1586229" y="3886200"/>
            <a:ext cx="79756" cy="40386"/>
          </a:xfrm>
          <a:prstGeom prst="rect">
            <a:avLst/>
          </a:prstGeom>
          <a:solidFill>
            <a:srgbClr val="5F8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Rectangle 1279"/>
          <p:cNvSpPr/>
          <p:nvPr/>
        </p:nvSpPr>
        <p:spPr>
          <a:xfrm>
            <a:off x="1663700" y="3886200"/>
            <a:ext cx="79756" cy="40386"/>
          </a:xfrm>
          <a:prstGeom prst="rect">
            <a:avLst/>
          </a:prstGeom>
          <a:solidFill>
            <a:srgbClr val="6E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Rectangle 1280"/>
          <p:cNvSpPr/>
          <p:nvPr/>
        </p:nvSpPr>
        <p:spPr>
          <a:xfrm>
            <a:off x="1741170" y="3886200"/>
            <a:ext cx="79756" cy="40386"/>
          </a:xfrm>
          <a:prstGeom prst="rect">
            <a:avLst/>
          </a:prstGeom>
          <a:solidFill>
            <a:srgbClr val="5F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Rectangle 1281"/>
          <p:cNvSpPr/>
          <p:nvPr/>
        </p:nvSpPr>
        <p:spPr>
          <a:xfrm>
            <a:off x="1818639" y="3886200"/>
            <a:ext cx="79756" cy="40386"/>
          </a:xfrm>
          <a:prstGeom prst="rect">
            <a:avLst/>
          </a:prstGeom>
          <a:solidFill>
            <a:srgbClr val="648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Rectangle 1282"/>
          <p:cNvSpPr/>
          <p:nvPr/>
        </p:nvSpPr>
        <p:spPr>
          <a:xfrm>
            <a:off x="1896110" y="3886200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Rectangle 1283"/>
          <p:cNvSpPr/>
          <p:nvPr/>
        </p:nvSpPr>
        <p:spPr>
          <a:xfrm>
            <a:off x="1973580" y="3886200"/>
            <a:ext cx="79756" cy="40386"/>
          </a:xfrm>
          <a:prstGeom prst="rect">
            <a:avLst/>
          </a:prstGeom>
          <a:solidFill>
            <a:srgbClr val="5D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Rectangle 1284"/>
          <p:cNvSpPr/>
          <p:nvPr/>
        </p:nvSpPr>
        <p:spPr>
          <a:xfrm>
            <a:off x="2051049" y="3886200"/>
            <a:ext cx="79756" cy="40386"/>
          </a:xfrm>
          <a:prstGeom prst="rect">
            <a:avLst/>
          </a:prstGeom>
          <a:solidFill>
            <a:srgbClr val="6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Rectangle 1285"/>
          <p:cNvSpPr/>
          <p:nvPr/>
        </p:nvSpPr>
        <p:spPr>
          <a:xfrm>
            <a:off x="2128520" y="3886200"/>
            <a:ext cx="79756" cy="40386"/>
          </a:xfrm>
          <a:prstGeom prst="rect">
            <a:avLst/>
          </a:prstGeom>
          <a:solidFill>
            <a:srgbClr val="6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Rectangle 1286"/>
          <p:cNvSpPr/>
          <p:nvPr/>
        </p:nvSpPr>
        <p:spPr>
          <a:xfrm>
            <a:off x="2205990" y="3886200"/>
            <a:ext cx="79756" cy="40386"/>
          </a:xfrm>
          <a:prstGeom prst="rect">
            <a:avLst/>
          </a:prstGeom>
          <a:solidFill>
            <a:srgbClr val="41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Rectangle 1287"/>
          <p:cNvSpPr/>
          <p:nvPr/>
        </p:nvSpPr>
        <p:spPr>
          <a:xfrm>
            <a:off x="2283459" y="3886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Rectangle 1288"/>
          <p:cNvSpPr/>
          <p:nvPr/>
        </p:nvSpPr>
        <p:spPr>
          <a:xfrm>
            <a:off x="2360930" y="3886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Rectangle 1289"/>
          <p:cNvSpPr/>
          <p:nvPr/>
        </p:nvSpPr>
        <p:spPr>
          <a:xfrm>
            <a:off x="2438400" y="3886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Rectangle 1290"/>
          <p:cNvSpPr/>
          <p:nvPr/>
        </p:nvSpPr>
        <p:spPr>
          <a:xfrm>
            <a:off x="2515870" y="3886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Rectangle 1291"/>
          <p:cNvSpPr/>
          <p:nvPr/>
        </p:nvSpPr>
        <p:spPr>
          <a:xfrm>
            <a:off x="2593339" y="3886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Rectangle 1292"/>
          <p:cNvSpPr/>
          <p:nvPr/>
        </p:nvSpPr>
        <p:spPr>
          <a:xfrm>
            <a:off x="2670810" y="3886200"/>
            <a:ext cx="79756" cy="40386"/>
          </a:xfrm>
          <a:prstGeom prst="rect">
            <a:avLst/>
          </a:prstGeom>
          <a:solidFill>
            <a:srgbClr val="314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Rectangle 1293"/>
          <p:cNvSpPr/>
          <p:nvPr/>
        </p:nvSpPr>
        <p:spPr>
          <a:xfrm>
            <a:off x="2748280" y="3886200"/>
            <a:ext cx="79756" cy="40386"/>
          </a:xfrm>
          <a:prstGeom prst="rect">
            <a:avLst/>
          </a:prstGeom>
          <a:solidFill>
            <a:srgbClr val="6A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Rectangle 1294"/>
          <p:cNvSpPr/>
          <p:nvPr/>
        </p:nvSpPr>
        <p:spPr>
          <a:xfrm>
            <a:off x="2825750" y="3886200"/>
            <a:ext cx="79756" cy="40386"/>
          </a:xfrm>
          <a:prstGeom prst="rect">
            <a:avLst/>
          </a:prstGeom>
          <a:solidFill>
            <a:srgbClr val="7BA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Rectangle 1295"/>
          <p:cNvSpPr/>
          <p:nvPr/>
        </p:nvSpPr>
        <p:spPr>
          <a:xfrm>
            <a:off x="2903220" y="3886200"/>
            <a:ext cx="79756" cy="40386"/>
          </a:xfrm>
          <a:prstGeom prst="rect">
            <a:avLst/>
          </a:prstGeom>
          <a:solidFill>
            <a:srgbClr val="6C9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Rectangle 1296"/>
          <p:cNvSpPr/>
          <p:nvPr/>
        </p:nvSpPr>
        <p:spPr>
          <a:xfrm>
            <a:off x="2980690" y="38862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Rectangle 1297"/>
          <p:cNvSpPr/>
          <p:nvPr/>
        </p:nvSpPr>
        <p:spPr>
          <a:xfrm>
            <a:off x="3058159" y="3886200"/>
            <a:ext cx="79756" cy="40386"/>
          </a:xfrm>
          <a:prstGeom prst="rect">
            <a:avLst/>
          </a:prstGeom>
          <a:solidFill>
            <a:srgbClr val="5E7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Rectangle 1298"/>
          <p:cNvSpPr/>
          <p:nvPr/>
        </p:nvSpPr>
        <p:spPr>
          <a:xfrm>
            <a:off x="3135630" y="3886200"/>
            <a:ext cx="79756" cy="40386"/>
          </a:xfrm>
          <a:prstGeom prst="rect">
            <a:avLst/>
          </a:prstGeom>
          <a:solidFill>
            <a:srgbClr val="41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Rectangle 1299"/>
          <p:cNvSpPr/>
          <p:nvPr/>
        </p:nvSpPr>
        <p:spPr>
          <a:xfrm>
            <a:off x="3213100" y="3886200"/>
            <a:ext cx="79756" cy="40386"/>
          </a:xfrm>
          <a:prstGeom prst="rect">
            <a:avLst/>
          </a:prstGeom>
          <a:solidFill>
            <a:srgbClr val="5C7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Rectangle 1300"/>
          <p:cNvSpPr/>
          <p:nvPr/>
        </p:nvSpPr>
        <p:spPr>
          <a:xfrm>
            <a:off x="3290570" y="3886200"/>
            <a:ext cx="79756" cy="40386"/>
          </a:xfrm>
          <a:prstGeom prst="rect">
            <a:avLst/>
          </a:prstGeom>
          <a:solidFill>
            <a:srgbClr val="6F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Rectangle 1301"/>
          <p:cNvSpPr/>
          <p:nvPr/>
        </p:nvSpPr>
        <p:spPr>
          <a:xfrm>
            <a:off x="3368040" y="3886200"/>
            <a:ext cx="79756" cy="40386"/>
          </a:xfrm>
          <a:prstGeom prst="rect">
            <a:avLst/>
          </a:prstGeom>
          <a:solidFill>
            <a:srgbClr val="66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Rectangle 1302"/>
          <p:cNvSpPr/>
          <p:nvPr/>
        </p:nvSpPr>
        <p:spPr>
          <a:xfrm>
            <a:off x="3445510" y="3886200"/>
            <a:ext cx="79756" cy="40386"/>
          </a:xfrm>
          <a:prstGeom prst="rect">
            <a:avLst/>
          </a:prstGeom>
          <a:solidFill>
            <a:srgbClr val="2D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Rectangle 1303"/>
          <p:cNvSpPr/>
          <p:nvPr/>
        </p:nvSpPr>
        <p:spPr>
          <a:xfrm>
            <a:off x="3522979" y="3886200"/>
            <a:ext cx="79756" cy="40386"/>
          </a:xfrm>
          <a:prstGeom prst="rect">
            <a:avLst/>
          </a:prstGeom>
          <a:solidFill>
            <a:srgbClr val="53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Rectangle 1304"/>
          <p:cNvSpPr/>
          <p:nvPr/>
        </p:nvSpPr>
        <p:spPr>
          <a:xfrm>
            <a:off x="3600450" y="3886200"/>
            <a:ext cx="79756" cy="40386"/>
          </a:xfrm>
          <a:prstGeom prst="rect">
            <a:avLst/>
          </a:prstGeom>
          <a:solidFill>
            <a:srgbClr val="7CA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Rectangle 1305"/>
          <p:cNvSpPr/>
          <p:nvPr/>
        </p:nvSpPr>
        <p:spPr>
          <a:xfrm>
            <a:off x="3677920" y="3886200"/>
            <a:ext cx="79756" cy="40386"/>
          </a:xfrm>
          <a:prstGeom prst="rect">
            <a:avLst/>
          </a:prstGeom>
          <a:solidFill>
            <a:srgbClr val="82A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Rectangle 1306"/>
          <p:cNvSpPr/>
          <p:nvPr/>
        </p:nvSpPr>
        <p:spPr>
          <a:xfrm>
            <a:off x="3755390" y="3886200"/>
            <a:ext cx="79756" cy="40386"/>
          </a:xfrm>
          <a:prstGeom prst="rect">
            <a:avLst/>
          </a:prstGeom>
          <a:solidFill>
            <a:srgbClr val="779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Rectangle 1307"/>
          <p:cNvSpPr/>
          <p:nvPr/>
        </p:nvSpPr>
        <p:spPr>
          <a:xfrm>
            <a:off x="3832860" y="3886200"/>
            <a:ext cx="79756" cy="40386"/>
          </a:xfrm>
          <a:prstGeom prst="rect">
            <a:avLst/>
          </a:prstGeom>
          <a:solidFill>
            <a:srgbClr val="6C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Rectangle 1308"/>
          <p:cNvSpPr/>
          <p:nvPr/>
        </p:nvSpPr>
        <p:spPr>
          <a:xfrm>
            <a:off x="3910330" y="3886200"/>
            <a:ext cx="79756" cy="40386"/>
          </a:xfrm>
          <a:prstGeom prst="rect">
            <a:avLst/>
          </a:prstGeom>
          <a:solidFill>
            <a:srgbClr val="62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Rectangle 1309"/>
          <p:cNvSpPr/>
          <p:nvPr/>
        </p:nvSpPr>
        <p:spPr>
          <a:xfrm>
            <a:off x="3987799" y="3886200"/>
            <a:ext cx="79756" cy="40386"/>
          </a:xfrm>
          <a:prstGeom prst="rect">
            <a:avLst/>
          </a:prstGeom>
          <a:solidFill>
            <a:srgbClr val="4762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Rectangle 1310"/>
          <p:cNvSpPr/>
          <p:nvPr/>
        </p:nvSpPr>
        <p:spPr>
          <a:xfrm>
            <a:off x="4065270" y="3886200"/>
            <a:ext cx="79756" cy="40386"/>
          </a:xfrm>
          <a:prstGeom prst="rect">
            <a:avLst/>
          </a:prstGeom>
          <a:solidFill>
            <a:srgbClr val="21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Rectangle 1311"/>
          <p:cNvSpPr/>
          <p:nvPr/>
        </p:nvSpPr>
        <p:spPr>
          <a:xfrm>
            <a:off x="4142740" y="3886200"/>
            <a:ext cx="79756" cy="40386"/>
          </a:xfrm>
          <a:prstGeom prst="rect">
            <a:avLst/>
          </a:prstGeom>
          <a:solidFill>
            <a:srgbClr val="2B3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Rectangle 1312"/>
          <p:cNvSpPr/>
          <p:nvPr/>
        </p:nvSpPr>
        <p:spPr>
          <a:xfrm>
            <a:off x="4220209" y="3886200"/>
            <a:ext cx="79756" cy="40386"/>
          </a:xfrm>
          <a:prstGeom prst="rect">
            <a:avLst/>
          </a:prstGeom>
          <a:solidFill>
            <a:srgbClr val="61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Rectangle 1313"/>
          <p:cNvSpPr/>
          <p:nvPr/>
        </p:nvSpPr>
        <p:spPr>
          <a:xfrm>
            <a:off x="4297680" y="3886200"/>
            <a:ext cx="79756" cy="40386"/>
          </a:xfrm>
          <a:prstGeom prst="rect">
            <a:avLst/>
          </a:prstGeom>
          <a:solidFill>
            <a:srgbClr val="678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Rectangle 1314"/>
          <p:cNvSpPr/>
          <p:nvPr/>
        </p:nvSpPr>
        <p:spPr>
          <a:xfrm>
            <a:off x="4375150" y="3886200"/>
            <a:ext cx="79756" cy="40386"/>
          </a:xfrm>
          <a:prstGeom prst="rect">
            <a:avLst/>
          </a:prstGeom>
          <a:solidFill>
            <a:srgbClr val="4E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Rectangle 1315"/>
          <p:cNvSpPr/>
          <p:nvPr/>
        </p:nvSpPr>
        <p:spPr>
          <a:xfrm>
            <a:off x="4452619" y="3886200"/>
            <a:ext cx="79756" cy="40386"/>
          </a:xfrm>
          <a:prstGeom prst="rect">
            <a:avLst/>
          </a:prstGeom>
          <a:solidFill>
            <a:srgbClr val="59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Rectangle 1316"/>
          <p:cNvSpPr/>
          <p:nvPr/>
        </p:nvSpPr>
        <p:spPr>
          <a:xfrm>
            <a:off x="4530090" y="3886200"/>
            <a:ext cx="79756" cy="40386"/>
          </a:xfrm>
          <a:prstGeom prst="rect">
            <a:avLst/>
          </a:prstGeom>
          <a:solidFill>
            <a:srgbClr val="5E7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Rectangle 1317"/>
          <p:cNvSpPr/>
          <p:nvPr/>
        </p:nvSpPr>
        <p:spPr>
          <a:xfrm>
            <a:off x="4607560" y="3886200"/>
            <a:ext cx="79756" cy="40386"/>
          </a:xfrm>
          <a:prstGeom prst="rect">
            <a:avLst/>
          </a:prstGeom>
          <a:solidFill>
            <a:srgbClr val="3E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Rectangle 1318"/>
          <p:cNvSpPr/>
          <p:nvPr/>
        </p:nvSpPr>
        <p:spPr>
          <a:xfrm>
            <a:off x="4685030" y="3886200"/>
            <a:ext cx="79756" cy="40386"/>
          </a:xfrm>
          <a:prstGeom prst="rect">
            <a:avLst/>
          </a:prstGeom>
          <a:solidFill>
            <a:srgbClr val="496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Rectangle 1319"/>
          <p:cNvSpPr/>
          <p:nvPr/>
        </p:nvSpPr>
        <p:spPr>
          <a:xfrm>
            <a:off x="4762500" y="3886200"/>
            <a:ext cx="79756" cy="40386"/>
          </a:xfrm>
          <a:prstGeom prst="rect">
            <a:avLst/>
          </a:prstGeom>
          <a:solidFill>
            <a:srgbClr val="3C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Rectangle 1320"/>
          <p:cNvSpPr/>
          <p:nvPr/>
        </p:nvSpPr>
        <p:spPr>
          <a:xfrm>
            <a:off x="4839970" y="3886200"/>
            <a:ext cx="79756" cy="40386"/>
          </a:xfrm>
          <a:prstGeom prst="rect">
            <a:avLst/>
          </a:prstGeom>
          <a:solidFill>
            <a:srgbClr val="1E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Rectangle 1321"/>
          <p:cNvSpPr/>
          <p:nvPr/>
        </p:nvSpPr>
        <p:spPr>
          <a:xfrm>
            <a:off x="4917440" y="3886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Rectangle 1322"/>
          <p:cNvSpPr/>
          <p:nvPr/>
        </p:nvSpPr>
        <p:spPr>
          <a:xfrm>
            <a:off x="4994910" y="3886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Rectangle 1323"/>
          <p:cNvSpPr/>
          <p:nvPr/>
        </p:nvSpPr>
        <p:spPr>
          <a:xfrm>
            <a:off x="5072379" y="3886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Rectangle 1324"/>
          <p:cNvSpPr/>
          <p:nvPr/>
        </p:nvSpPr>
        <p:spPr>
          <a:xfrm>
            <a:off x="5149850" y="3886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Rectangle 1325"/>
          <p:cNvSpPr/>
          <p:nvPr/>
        </p:nvSpPr>
        <p:spPr>
          <a:xfrm>
            <a:off x="579120" y="3848099"/>
            <a:ext cx="79756" cy="40386"/>
          </a:xfrm>
          <a:prstGeom prst="rect">
            <a:avLst/>
          </a:prstGeom>
          <a:solidFill>
            <a:srgbClr val="27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Rectangle 1326"/>
          <p:cNvSpPr/>
          <p:nvPr/>
        </p:nvSpPr>
        <p:spPr>
          <a:xfrm>
            <a:off x="656590" y="3848099"/>
            <a:ext cx="79756" cy="40386"/>
          </a:xfrm>
          <a:prstGeom prst="rect">
            <a:avLst/>
          </a:prstGeom>
          <a:solidFill>
            <a:srgbClr val="1F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Rectangle 1327"/>
          <p:cNvSpPr/>
          <p:nvPr/>
        </p:nvSpPr>
        <p:spPr>
          <a:xfrm>
            <a:off x="734059" y="3848099"/>
            <a:ext cx="79756" cy="40386"/>
          </a:xfrm>
          <a:prstGeom prst="rect">
            <a:avLst/>
          </a:prstGeom>
          <a:solidFill>
            <a:srgbClr val="476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Rectangle 1328"/>
          <p:cNvSpPr/>
          <p:nvPr/>
        </p:nvSpPr>
        <p:spPr>
          <a:xfrm>
            <a:off x="811530" y="3848099"/>
            <a:ext cx="79756" cy="40386"/>
          </a:xfrm>
          <a:prstGeom prst="rect">
            <a:avLst/>
          </a:prstGeom>
          <a:solidFill>
            <a:srgbClr val="4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Rectangle 1329"/>
          <p:cNvSpPr/>
          <p:nvPr/>
        </p:nvSpPr>
        <p:spPr>
          <a:xfrm>
            <a:off x="888999" y="3848099"/>
            <a:ext cx="79756" cy="40386"/>
          </a:xfrm>
          <a:prstGeom prst="rect">
            <a:avLst/>
          </a:prstGeom>
          <a:solidFill>
            <a:srgbClr val="41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Rectangle 1330"/>
          <p:cNvSpPr/>
          <p:nvPr/>
        </p:nvSpPr>
        <p:spPr>
          <a:xfrm>
            <a:off x="96647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Rectangle 1331"/>
          <p:cNvSpPr/>
          <p:nvPr/>
        </p:nvSpPr>
        <p:spPr>
          <a:xfrm>
            <a:off x="104394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Rectangle 1332"/>
          <p:cNvSpPr/>
          <p:nvPr/>
        </p:nvSpPr>
        <p:spPr>
          <a:xfrm>
            <a:off x="112141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Rectangle 1333"/>
          <p:cNvSpPr/>
          <p:nvPr/>
        </p:nvSpPr>
        <p:spPr>
          <a:xfrm>
            <a:off x="1198879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Rectangle 1334"/>
          <p:cNvSpPr/>
          <p:nvPr/>
        </p:nvSpPr>
        <p:spPr>
          <a:xfrm>
            <a:off x="127635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Rectangle 1335"/>
          <p:cNvSpPr/>
          <p:nvPr/>
        </p:nvSpPr>
        <p:spPr>
          <a:xfrm>
            <a:off x="135382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Rectangle 1336"/>
          <p:cNvSpPr/>
          <p:nvPr/>
        </p:nvSpPr>
        <p:spPr>
          <a:xfrm>
            <a:off x="1431289" y="3848099"/>
            <a:ext cx="79756" cy="40386"/>
          </a:xfrm>
          <a:prstGeom prst="rect">
            <a:avLst/>
          </a:prstGeom>
          <a:solidFill>
            <a:srgbClr val="3E5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Rectangle 1337"/>
          <p:cNvSpPr/>
          <p:nvPr/>
        </p:nvSpPr>
        <p:spPr>
          <a:xfrm>
            <a:off x="1508760" y="3848099"/>
            <a:ext cx="79756" cy="40386"/>
          </a:xfrm>
          <a:prstGeom prst="rect">
            <a:avLst/>
          </a:prstGeom>
          <a:solidFill>
            <a:srgbClr val="59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Rectangle 1338"/>
          <p:cNvSpPr/>
          <p:nvPr/>
        </p:nvSpPr>
        <p:spPr>
          <a:xfrm>
            <a:off x="1586229" y="3848099"/>
            <a:ext cx="79756" cy="40386"/>
          </a:xfrm>
          <a:prstGeom prst="rect">
            <a:avLst/>
          </a:prstGeom>
          <a:solidFill>
            <a:srgbClr val="65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Rectangle 1339"/>
          <p:cNvSpPr/>
          <p:nvPr/>
        </p:nvSpPr>
        <p:spPr>
          <a:xfrm>
            <a:off x="1663700" y="3848099"/>
            <a:ext cx="79756" cy="40386"/>
          </a:xfrm>
          <a:prstGeom prst="rect">
            <a:avLst/>
          </a:prstGeom>
          <a:solidFill>
            <a:srgbClr val="3B5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Rectangle 1340"/>
          <p:cNvSpPr/>
          <p:nvPr/>
        </p:nvSpPr>
        <p:spPr>
          <a:xfrm>
            <a:off x="1741170" y="3848099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Rectangle 1341"/>
          <p:cNvSpPr/>
          <p:nvPr/>
        </p:nvSpPr>
        <p:spPr>
          <a:xfrm>
            <a:off x="1818639" y="3848099"/>
            <a:ext cx="79756" cy="40386"/>
          </a:xfrm>
          <a:prstGeom prst="rect">
            <a:avLst/>
          </a:prstGeom>
          <a:solidFill>
            <a:srgbClr val="73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Rectangle 1342"/>
          <p:cNvSpPr/>
          <p:nvPr/>
        </p:nvSpPr>
        <p:spPr>
          <a:xfrm>
            <a:off x="1896110" y="3848099"/>
            <a:ext cx="79756" cy="40386"/>
          </a:xfrm>
          <a:prstGeom prst="rect">
            <a:avLst/>
          </a:prstGeom>
          <a:solidFill>
            <a:srgbClr val="4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Rectangle 1343"/>
          <p:cNvSpPr/>
          <p:nvPr/>
        </p:nvSpPr>
        <p:spPr>
          <a:xfrm>
            <a:off x="1973580" y="3848099"/>
            <a:ext cx="79756" cy="40386"/>
          </a:xfrm>
          <a:prstGeom prst="rect">
            <a:avLst/>
          </a:prstGeom>
          <a:solidFill>
            <a:srgbClr val="6E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Rectangle 1344"/>
          <p:cNvSpPr/>
          <p:nvPr/>
        </p:nvSpPr>
        <p:spPr>
          <a:xfrm>
            <a:off x="2051049" y="3848099"/>
            <a:ext cx="79756" cy="40386"/>
          </a:xfrm>
          <a:prstGeom prst="rect">
            <a:avLst/>
          </a:prstGeom>
          <a:solidFill>
            <a:srgbClr val="68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Rectangle 1345"/>
          <p:cNvSpPr/>
          <p:nvPr/>
        </p:nvSpPr>
        <p:spPr>
          <a:xfrm>
            <a:off x="2128520" y="3848099"/>
            <a:ext cx="79756" cy="40386"/>
          </a:xfrm>
          <a:prstGeom prst="rect">
            <a:avLst/>
          </a:prstGeom>
          <a:solidFill>
            <a:srgbClr val="2D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Rectangle 1346"/>
          <p:cNvSpPr/>
          <p:nvPr/>
        </p:nvSpPr>
        <p:spPr>
          <a:xfrm>
            <a:off x="220599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Rectangle 1347"/>
          <p:cNvSpPr/>
          <p:nvPr/>
        </p:nvSpPr>
        <p:spPr>
          <a:xfrm>
            <a:off x="2283459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Rectangle 1348"/>
          <p:cNvSpPr/>
          <p:nvPr/>
        </p:nvSpPr>
        <p:spPr>
          <a:xfrm>
            <a:off x="236093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Rectangle 1349"/>
          <p:cNvSpPr/>
          <p:nvPr/>
        </p:nvSpPr>
        <p:spPr>
          <a:xfrm>
            <a:off x="243840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Rectangle 1350"/>
          <p:cNvSpPr/>
          <p:nvPr/>
        </p:nvSpPr>
        <p:spPr>
          <a:xfrm>
            <a:off x="251587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Rectangle 1351"/>
          <p:cNvSpPr/>
          <p:nvPr/>
        </p:nvSpPr>
        <p:spPr>
          <a:xfrm>
            <a:off x="2593339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Rectangle 1352"/>
          <p:cNvSpPr/>
          <p:nvPr/>
        </p:nvSpPr>
        <p:spPr>
          <a:xfrm>
            <a:off x="267081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Rectangle 1353"/>
          <p:cNvSpPr/>
          <p:nvPr/>
        </p:nvSpPr>
        <p:spPr>
          <a:xfrm>
            <a:off x="274828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Rectangle 1354"/>
          <p:cNvSpPr/>
          <p:nvPr/>
        </p:nvSpPr>
        <p:spPr>
          <a:xfrm>
            <a:off x="2825750" y="3848099"/>
            <a:ext cx="79756" cy="40386"/>
          </a:xfrm>
          <a:prstGeom prst="rect">
            <a:avLst/>
          </a:prstGeom>
          <a:solidFill>
            <a:srgbClr val="44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Rectangle 1355"/>
          <p:cNvSpPr/>
          <p:nvPr/>
        </p:nvSpPr>
        <p:spPr>
          <a:xfrm>
            <a:off x="2903220" y="3848099"/>
            <a:ext cx="79756" cy="40386"/>
          </a:xfrm>
          <a:prstGeom prst="rect">
            <a:avLst/>
          </a:prstGeom>
          <a:solidFill>
            <a:srgbClr val="72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Rectangle 1356"/>
          <p:cNvSpPr/>
          <p:nvPr/>
        </p:nvSpPr>
        <p:spPr>
          <a:xfrm>
            <a:off x="2980690" y="3848099"/>
            <a:ext cx="79756" cy="40386"/>
          </a:xfrm>
          <a:prstGeom prst="rect">
            <a:avLst/>
          </a:prstGeom>
          <a:solidFill>
            <a:srgbClr val="678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Rectangle 1357"/>
          <p:cNvSpPr/>
          <p:nvPr/>
        </p:nvSpPr>
        <p:spPr>
          <a:xfrm>
            <a:off x="3058159" y="3848099"/>
            <a:ext cx="79756" cy="40386"/>
          </a:xfrm>
          <a:prstGeom prst="rect">
            <a:avLst/>
          </a:prstGeom>
          <a:solidFill>
            <a:srgbClr val="42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Rectangle 1358"/>
          <p:cNvSpPr/>
          <p:nvPr/>
        </p:nvSpPr>
        <p:spPr>
          <a:xfrm>
            <a:off x="3135630" y="3848099"/>
            <a:ext cx="79756" cy="40386"/>
          </a:xfrm>
          <a:prstGeom prst="rect">
            <a:avLst/>
          </a:prstGeom>
          <a:solidFill>
            <a:srgbClr val="59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Rectangle 1359"/>
          <p:cNvSpPr/>
          <p:nvPr/>
        </p:nvSpPr>
        <p:spPr>
          <a:xfrm>
            <a:off x="3213100" y="3848099"/>
            <a:ext cx="79756" cy="40386"/>
          </a:xfrm>
          <a:prstGeom prst="rect">
            <a:avLst/>
          </a:prstGeom>
          <a:solidFill>
            <a:srgbClr val="5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Rectangle 1360"/>
          <p:cNvSpPr/>
          <p:nvPr/>
        </p:nvSpPr>
        <p:spPr>
          <a:xfrm>
            <a:off x="3290570" y="3848099"/>
            <a:ext cx="79756" cy="40386"/>
          </a:xfrm>
          <a:prstGeom prst="rect">
            <a:avLst/>
          </a:prstGeom>
          <a:solidFill>
            <a:srgbClr val="4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Rectangle 1361"/>
          <p:cNvSpPr/>
          <p:nvPr/>
        </p:nvSpPr>
        <p:spPr>
          <a:xfrm>
            <a:off x="3368040" y="3848099"/>
            <a:ext cx="79756" cy="40386"/>
          </a:xfrm>
          <a:prstGeom prst="rect">
            <a:avLst/>
          </a:prstGeom>
          <a:solidFill>
            <a:srgbClr val="77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Rectangle 1362"/>
          <p:cNvSpPr/>
          <p:nvPr/>
        </p:nvSpPr>
        <p:spPr>
          <a:xfrm>
            <a:off x="3445510" y="3848099"/>
            <a:ext cx="79756" cy="40386"/>
          </a:xfrm>
          <a:prstGeom prst="rect">
            <a:avLst/>
          </a:prstGeom>
          <a:solidFill>
            <a:srgbClr val="7E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Rectangle 1363"/>
          <p:cNvSpPr/>
          <p:nvPr/>
        </p:nvSpPr>
        <p:spPr>
          <a:xfrm>
            <a:off x="3522979" y="3848099"/>
            <a:ext cx="79756" cy="40386"/>
          </a:xfrm>
          <a:prstGeom prst="rect">
            <a:avLst/>
          </a:prstGeom>
          <a:solidFill>
            <a:srgbClr val="628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Rectangle 1364"/>
          <p:cNvSpPr/>
          <p:nvPr/>
        </p:nvSpPr>
        <p:spPr>
          <a:xfrm>
            <a:off x="3600450" y="3848099"/>
            <a:ext cx="79756" cy="40386"/>
          </a:xfrm>
          <a:prstGeom prst="rect">
            <a:avLst/>
          </a:prstGeom>
          <a:solidFill>
            <a:srgbClr val="3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Rectangle 1365"/>
          <p:cNvSpPr/>
          <p:nvPr/>
        </p:nvSpPr>
        <p:spPr>
          <a:xfrm>
            <a:off x="367792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Rectangle 1366"/>
          <p:cNvSpPr/>
          <p:nvPr/>
        </p:nvSpPr>
        <p:spPr>
          <a:xfrm>
            <a:off x="375539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Rectangle 1367"/>
          <p:cNvSpPr/>
          <p:nvPr/>
        </p:nvSpPr>
        <p:spPr>
          <a:xfrm>
            <a:off x="383286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Rectangle 1368"/>
          <p:cNvSpPr/>
          <p:nvPr/>
        </p:nvSpPr>
        <p:spPr>
          <a:xfrm>
            <a:off x="391033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Rectangle 1369"/>
          <p:cNvSpPr/>
          <p:nvPr/>
        </p:nvSpPr>
        <p:spPr>
          <a:xfrm>
            <a:off x="3987799" y="3848099"/>
            <a:ext cx="79756" cy="40386"/>
          </a:xfrm>
          <a:prstGeom prst="rect">
            <a:avLst/>
          </a:prstGeom>
          <a:solidFill>
            <a:srgbClr val="1C2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Rectangle 1370"/>
          <p:cNvSpPr/>
          <p:nvPr/>
        </p:nvSpPr>
        <p:spPr>
          <a:xfrm>
            <a:off x="4065270" y="3848099"/>
            <a:ext cx="79756" cy="40386"/>
          </a:xfrm>
          <a:prstGeom prst="rect">
            <a:avLst/>
          </a:prstGeom>
          <a:solidFill>
            <a:srgbClr val="4A6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Rectangle 1371"/>
          <p:cNvSpPr/>
          <p:nvPr/>
        </p:nvSpPr>
        <p:spPr>
          <a:xfrm>
            <a:off x="4142740" y="3848099"/>
            <a:ext cx="79756" cy="40386"/>
          </a:xfrm>
          <a:prstGeom prst="rect">
            <a:avLst/>
          </a:prstGeom>
          <a:solidFill>
            <a:srgbClr val="5D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Rectangle 1372"/>
          <p:cNvSpPr/>
          <p:nvPr/>
        </p:nvSpPr>
        <p:spPr>
          <a:xfrm>
            <a:off x="4220209" y="3848099"/>
            <a:ext cx="79756" cy="40386"/>
          </a:xfrm>
          <a:prstGeom prst="rect">
            <a:avLst/>
          </a:prstGeom>
          <a:solidFill>
            <a:srgbClr val="61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Rectangle 1373"/>
          <p:cNvSpPr/>
          <p:nvPr/>
        </p:nvSpPr>
        <p:spPr>
          <a:xfrm>
            <a:off x="4297680" y="3848099"/>
            <a:ext cx="79756" cy="40386"/>
          </a:xfrm>
          <a:prstGeom prst="rect">
            <a:avLst/>
          </a:prstGeom>
          <a:solidFill>
            <a:srgbClr val="324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Rectangle 1374"/>
          <p:cNvSpPr/>
          <p:nvPr/>
        </p:nvSpPr>
        <p:spPr>
          <a:xfrm>
            <a:off x="4375150" y="3848099"/>
            <a:ext cx="79756" cy="40386"/>
          </a:xfrm>
          <a:prstGeom prst="rect">
            <a:avLst/>
          </a:prstGeom>
          <a:solidFill>
            <a:srgbClr val="638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Rectangle 1375"/>
          <p:cNvSpPr/>
          <p:nvPr/>
        </p:nvSpPr>
        <p:spPr>
          <a:xfrm>
            <a:off x="4452619" y="3848099"/>
            <a:ext cx="79756" cy="40386"/>
          </a:xfrm>
          <a:prstGeom prst="rect">
            <a:avLst/>
          </a:prstGeom>
          <a:solidFill>
            <a:srgbClr val="62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Rectangle 1376"/>
          <p:cNvSpPr/>
          <p:nvPr/>
        </p:nvSpPr>
        <p:spPr>
          <a:xfrm>
            <a:off x="4530090" y="3848099"/>
            <a:ext cx="79756" cy="40386"/>
          </a:xfrm>
          <a:prstGeom prst="rect">
            <a:avLst/>
          </a:prstGeom>
          <a:solidFill>
            <a:srgbClr val="36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Rectangle 1377"/>
          <p:cNvSpPr/>
          <p:nvPr/>
        </p:nvSpPr>
        <p:spPr>
          <a:xfrm>
            <a:off x="4607560" y="3848099"/>
            <a:ext cx="79756" cy="40386"/>
          </a:xfrm>
          <a:prstGeom prst="rect">
            <a:avLst/>
          </a:prstGeom>
          <a:solidFill>
            <a:srgbClr val="52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Rectangle 1378"/>
          <p:cNvSpPr/>
          <p:nvPr/>
        </p:nvSpPr>
        <p:spPr>
          <a:xfrm>
            <a:off x="4685030" y="3848099"/>
            <a:ext cx="79756" cy="40386"/>
          </a:xfrm>
          <a:prstGeom prst="rect">
            <a:avLst/>
          </a:prstGeom>
          <a:solidFill>
            <a:srgbClr val="46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Rectangle 1379"/>
          <p:cNvSpPr/>
          <p:nvPr/>
        </p:nvSpPr>
        <p:spPr>
          <a:xfrm>
            <a:off x="476250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Rectangle 1380"/>
          <p:cNvSpPr/>
          <p:nvPr/>
        </p:nvSpPr>
        <p:spPr>
          <a:xfrm>
            <a:off x="483997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Rectangle 1381"/>
          <p:cNvSpPr/>
          <p:nvPr/>
        </p:nvSpPr>
        <p:spPr>
          <a:xfrm>
            <a:off x="491744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Rectangle 1382"/>
          <p:cNvSpPr/>
          <p:nvPr/>
        </p:nvSpPr>
        <p:spPr>
          <a:xfrm>
            <a:off x="499491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Rectangle 1383"/>
          <p:cNvSpPr/>
          <p:nvPr/>
        </p:nvSpPr>
        <p:spPr>
          <a:xfrm>
            <a:off x="5072379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Rectangle 1384"/>
          <p:cNvSpPr/>
          <p:nvPr/>
        </p:nvSpPr>
        <p:spPr>
          <a:xfrm>
            <a:off x="5149850" y="38480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Rectangle 1385"/>
          <p:cNvSpPr/>
          <p:nvPr/>
        </p:nvSpPr>
        <p:spPr>
          <a:xfrm>
            <a:off x="579120" y="3810000"/>
            <a:ext cx="79756" cy="40386"/>
          </a:xfrm>
          <a:prstGeom prst="rect">
            <a:avLst/>
          </a:prstGeom>
          <a:solidFill>
            <a:srgbClr val="2E4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Rectangle 1386"/>
          <p:cNvSpPr/>
          <p:nvPr/>
        </p:nvSpPr>
        <p:spPr>
          <a:xfrm>
            <a:off x="656590" y="3810000"/>
            <a:ext cx="79756" cy="40386"/>
          </a:xfrm>
          <a:prstGeom prst="rect">
            <a:avLst/>
          </a:prstGeom>
          <a:solidFill>
            <a:srgbClr val="384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Rectangle 1387"/>
          <p:cNvSpPr/>
          <p:nvPr/>
        </p:nvSpPr>
        <p:spPr>
          <a:xfrm>
            <a:off x="734059" y="3810000"/>
            <a:ext cx="79756" cy="40386"/>
          </a:xfrm>
          <a:prstGeom prst="rect">
            <a:avLst/>
          </a:prstGeom>
          <a:solidFill>
            <a:srgbClr val="26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Rectangle 1388"/>
          <p:cNvSpPr/>
          <p:nvPr/>
        </p:nvSpPr>
        <p:spPr>
          <a:xfrm>
            <a:off x="811530" y="3810000"/>
            <a:ext cx="79756" cy="40386"/>
          </a:xfrm>
          <a:prstGeom prst="rect">
            <a:avLst/>
          </a:prstGeom>
          <a:solidFill>
            <a:srgbClr val="3C5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Rectangle 1389"/>
          <p:cNvSpPr/>
          <p:nvPr/>
        </p:nvSpPr>
        <p:spPr>
          <a:xfrm>
            <a:off x="888999" y="3810000"/>
            <a:ext cx="79756" cy="40386"/>
          </a:xfrm>
          <a:prstGeom prst="rect">
            <a:avLst/>
          </a:prstGeom>
          <a:solidFill>
            <a:srgbClr val="56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Rectangle 1390"/>
          <p:cNvSpPr/>
          <p:nvPr/>
        </p:nvSpPr>
        <p:spPr>
          <a:xfrm>
            <a:off x="966470" y="3810000"/>
            <a:ext cx="79756" cy="40386"/>
          </a:xfrm>
          <a:prstGeom prst="rect">
            <a:avLst/>
          </a:prstGeom>
          <a:solidFill>
            <a:srgbClr val="5D7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Rectangle 1391"/>
          <p:cNvSpPr/>
          <p:nvPr/>
        </p:nvSpPr>
        <p:spPr>
          <a:xfrm>
            <a:off x="1043940" y="3810000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Rectangle 1392"/>
          <p:cNvSpPr/>
          <p:nvPr/>
        </p:nvSpPr>
        <p:spPr>
          <a:xfrm>
            <a:off x="1121410" y="38100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Rectangle 1393"/>
          <p:cNvSpPr/>
          <p:nvPr/>
        </p:nvSpPr>
        <p:spPr>
          <a:xfrm>
            <a:off x="1198879" y="3810000"/>
            <a:ext cx="79756" cy="40386"/>
          </a:xfrm>
          <a:prstGeom prst="rect">
            <a:avLst/>
          </a:prstGeom>
          <a:solidFill>
            <a:srgbClr val="557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Rectangle 1394"/>
          <p:cNvSpPr/>
          <p:nvPr/>
        </p:nvSpPr>
        <p:spPr>
          <a:xfrm>
            <a:off x="1276350" y="3810000"/>
            <a:ext cx="79756" cy="40386"/>
          </a:xfrm>
          <a:prstGeom prst="rect">
            <a:avLst/>
          </a:prstGeom>
          <a:solidFill>
            <a:srgbClr val="50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Rectangle 1395"/>
          <p:cNvSpPr/>
          <p:nvPr/>
        </p:nvSpPr>
        <p:spPr>
          <a:xfrm>
            <a:off x="1353820" y="3810000"/>
            <a:ext cx="79756" cy="40386"/>
          </a:xfrm>
          <a:prstGeom prst="rect">
            <a:avLst/>
          </a:prstGeom>
          <a:solidFill>
            <a:srgbClr val="4B6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Rectangle 1396"/>
          <p:cNvSpPr/>
          <p:nvPr/>
        </p:nvSpPr>
        <p:spPr>
          <a:xfrm>
            <a:off x="1431289" y="3810000"/>
            <a:ext cx="79756" cy="40386"/>
          </a:xfrm>
          <a:prstGeom prst="rect">
            <a:avLst/>
          </a:prstGeom>
          <a:solidFill>
            <a:srgbClr val="4E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Rectangle 1397"/>
          <p:cNvSpPr/>
          <p:nvPr/>
        </p:nvSpPr>
        <p:spPr>
          <a:xfrm>
            <a:off x="1508760" y="3810000"/>
            <a:ext cx="79756" cy="40386"/>
          </a:xfrm>
          <a:prstGeom prst="rect">
            <a:avLst/>
          </a:prstGeom>
          <a:solidFill>
            <a:srgbClr val="3C5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Rectangle 1398"/>
          <p:cNvSpPr/>
          <p:nvPr/>
        </p:nvSpPr>
        <p:spPr>
          <a:xfrm>
            <a:off x="1586229" y="3810000"/>
            <a:ext cx="79756" cy="40386"/>
          </a:xfrm>
          <a:prstGeom prst="rect">
            <a:avLst/>
          </a:prstGeom>
          <a:solidFill>
            <a:srgbClr val="496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Rectangle 1399"/>
          <p:cNvSpPr/>
          <p:nvPr/>
        </p:nvSpPr>
        <p:spPr>
          <a:xfrm>
            <a:off x="1663700" y="3810000"/>
            <a:ext cx="79756" cy="40386"/>
          </a:xfrm>
          <a:prstGeom prst="rect">
            <a:avLst/>
          </a:prstGeom>
          <a:solidFill>
            <a:srgbClr val="6B8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Rectangle 1400"/>
          <p:cNvSpPr/>
          <p:nvPr/>
        </p:nvSpPr>
        <p:spPr>
          <a:xfrm>
            <a:off x="1741170" y="3810000"/>
            <a:ext cx="79756" cy="40386"/>
          </a:xfrm>
          <a:prstGeom prst="rect">
            <a:avLst/>
          </a:prstGeom>
          <a:solidFill>
            <a:srgbClr val="719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Rectangle 1401"/>
          <p:cNvSpPr/>
          <p:nvPr/>
        </p:nvSpPr>
        <p:spPr>
          <a:xfrm>
            <a:off x="1818639" y="3810000"/>
            <a:ext cx="79756" cy="40386"/>
          </a:xfrm>
          <a:prstGeom prst="rect">
            <a:avLst/>
          </a:prstGeom>
          <a:solidFill>
            <a:srgbClr val="5E7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Rectangle 1402"/>
          <p:cNvSpPr/>
          <p:nvPr/>
        </p:nvSpPr>
        <p:spPr>
          <a:xfrm>
            <a:off x="1896110" y="3810000"/>
            <a:ext cx="79756" cy="40386"/>
          </a:xfrm>
          <a:prstGeom prst="rect">
            <a:avLst/>
          </a:prstGeom>
          <a:solidFill>
            <a:srgbClr val="709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Rectangle 1403"/>
          <p:cNvSpPr/>
          <p:nvPr/>
        </p:nvSpPr>
        <p:spPr>
          <a:xfrm>
            <a:off x="1973580" y="3810000"/>
            <a:ext cx="79756" cy="40386"/>
          </a:xfrm>
          <a:prstGeom prst="rect">
            <a:avLst/>
          </a:prstGeom>
          <a:solidFill>
            <a:srgbClr val="668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Rectangle 1404"/>
          <p:cNvSpPr/>
          <p:nvPr/>
        </p:nvSpPr>
        <p:spPr>
          <a:xfrm>
            <a:off x="2051049" y="3810000"/>
            <a:ext cx="79756" cy="40386"/>
          </a:xfrm>
          <a:prstGeom prst="rect">
            <a:avLst/>
          </a:prstGeom>
          <a:solidFill>
            <a:srgbClr val="243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Rectangle 1405"/>
          <p:cNvSpPr/>
          <p:nvPr/>
        </p:nvSpPr>
        <p:spPr>
          <a:xfrm>
            <a:off x="212852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Rectangle 1406"/>
          <p:cNvSpPr/>
          <p:nvPr/>
        </p:nvSpPr>
        <p:spPr>
          <a:xfrm>
            <a:off x="220599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Rectangle 1407"/>
          <p:cNvSpPr/>
          <p:nvPr/>
        </p:nvSpPr>
        <p:spPr>
          <a:xfrm>
            <a:off x="2283459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Rectangle 1408"/>
          <p:cNvSpPr/>
          <p:nvPr/>
        </p:nvSpPr>
        <p:spPr>
          <a:xfrm>
            <a:off x="236093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Rectangle 1409"/>
          <p:cNvSpPr/>
          <p:nvPr/>
        </p:nvSpPr>
        <p:spPr>
          <a:xfrm>
            <a:off x="243840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Rectangle 1410"/>
          <p:cNvSpPr/>
          <p:nvPr/>
        </p:nvSpPr>
        <p:spPr>
          <a:xfrm>
            <a:off x="251587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Rectangle 1411"/>
          <p:cNvSpPr/>
          <p:nvPr/>
        </p:nvSpPr>
        <p:spPr>
          <a:xfrm>
            <a:off x="2593339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Rectangle 1412"/>
          <p:cNvSpPr/>
          <p:nvPr/>
        </p:nvSpPr>
        <p:spPr>
          <a:xfrm>
            <a:off x="267081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Rectangle 1413"/>
          <p:cNvSpPr/>
          <p:nvPr/>
        </p:nvSpPr>
        <p:spPr>
          <a:xfrm>
            <a:off x="274828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Rectangle 1414"/>
          <p:cNvSpPr/>
          <p:nvPr/>
        </p:nvSpPr>
        <p:spPr>
          <a:xfrm>
            <a:off x="282575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Rectangle 1415"/>
          <p:cNvSpPr/>
          <p:nvPr/>
        </p:nvSpPr>
        <p:spPr>
          <a:xfrm>
            <a:off x="2903220" y="3810000"/>
            <a:ext cx="79756" cy="40386"/>
          </a:xfrm>
          <a:prstGeom prst="rect">
            <a:avLst/>
          </a:prstGeom>
          <a:solidFill>
            <a:srgbClr val="2B3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Rectangle 1416"/>
          <p:cNvSpPr/>
          <p:nvPr/>
        </p:nvSpPr>
        <p:spPr>
          <a:xfrm>
            <a:off x="2980690" y="3810000"/>
            <a:ext cx="79756" cy="40386"/>
          </a:xfrm>
          <a:prstGeom prst="rect">
            <a:avLst/>
          </a:prstGeom>
          <a:solidFill>
            <a:srgbClr val="62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Rectangle 1417"/>
          <p:cNvSpPr/>
          <p:nvPr/>
        </p:nvSpPr>
        <p:spPr>
          <a:xfrm>
            <a:off x="3058159" y="3810000"/>
            <a:ext cx="79756" cy="40386"/>
          </a:xfrm>
          <a:prstGeom prst="rect">
            <a:avLst/>
          </a:prstGeom>
          <a:solidFill>
            <a:srgbClr val="5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Rectangle 1418"/>
          <p:cNvSpPr/>
          <p:nvPr/>
        </p:nvSpPr>
        <p:spPr>
          <a:xfrm>
            <a:off x="3135630" y="3810000"/>
            <a:ext cx="79756" cy="40386"/>
          </a:xfrm>
          <a:prstGeom prst="rect">
            <a:avLst/>
          </a:prstGeom>
          <a:solidFill>
            <a:srgbClr val="3C5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Rectangle 1419"/>
          <p:cNvSpPr/>
          <p:nvPr/>
        </p:nvSpPr>
        <p:spPr>
          <a:xfrm>
            <a:off x="3213100" y="3810000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Rectangle 1420"/>
          <p:cNvSpPr/>
          <p:nvPr/>
        </p:nvSpPr>
        <p:spPr>
          <a:xfrm>
            <a:off x="3290570" y="3810000"/>
            <a:ext cx="79756" cy="40386"/>
          </a:xfrm>
          <a:prstGeom prst="rect">
            <a:avLst/>
          </a:prstGeom>
          <a:solidFill>
            <a:srgbClr val="6B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Rectangle 1421"/>
          <p:cNvSpPr/>
          <p:nvPr/>
        </p:nvSpPr>
        <p:spPr>
          <a:xfrm>
            <a:off x="3368040" y="3810000"/>
            <a:ext cx="79756" cy="40386"/>
          </a:xfrm>
          <a:prstGeom prst="rect">
            <a:avLst/>
          </a:prstGeom>
          <a:solidFill>
            <a:srgbClr val="4762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Rectangle 1422"/>
          <p:cNvSpPr/>
          <p:nvPr/>
        </p:nvSpPr>
        <p:spPr>
          <a:xfrm>
            <a:off x="3445510" y="3810000"/>
            <a:ext cx="79756" cy="40386"/>
          </a:xfrm>
          <a:prstGeom prst="rect">
            <a:avLst/>
          </a:prstGeom>
          <a:solidFill>
            <a:srgbClr val="6C9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Rectangle 1423"/>
          <p:cNvSpPr/>
          <p:nvPr/>
        </p:nvSpPr>
        <p:spPr>
          <a:xfrm>
            <a:off x="3522979" y="3810000"/>
            <a:ext cx="79756" cy="40386"/>
          </a:xfrm>
          <a:prstGeom prst="rect">
            <a:avLst/>
          </a:prstGeom>
          <a:solidFill>
            <a:srgbClr val="8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Rectangle 1424"/>
          <p:cNvSpPr/>
          <p:nvPr/>
        </p:nvSpPr>
        <p:spPr>
          <a:xfrm>
            <a:off x="3600450" y="3810000"/>
            <a:ext cx="79756" cy="40386"/>
          </a:xfrm>
          <a:prstGeom prst="rect">
            <a:avLst/>
          </a:prstGeom>
          <a:solidFill>
            <a:srgbClr val="82A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Rectangle 1425"/>
          <p:cNvSpPr/>
          <p:nvPr/>
        </p:nvSpPr>
        <p:spPr>
          <a:xfrm>
            <a:off x="3677920" y="3810000"/>
            <a:ext cx="79756" cy="40386"/>
          </a:xfrm>
          <a:prstGeom prst="rect">
            <a:avLst/>
          </a:prstGeom>
          <a:solidFill>
            <a:srgbClr val="7FA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Rectangle 1426"/>
          <p:cNvSpPr/>
          <p:nvPr/>
        </p:nvSpPr>
        <p:spPr>
          <a:xfrm>
            <a:off x="3755390" y="3810000"/>
            <a:ext cx="79756" cy="40386"/>
          </a:xfrm>
          <a:prstGeom prst="rect">
            <a:avLst/>
          </a:prstGeom>
          <a:solidFill>
            <a:srgbClr val="749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Rectangle 1427"/>
          <p:cNvSpPr/>
          <p:nvPr/>
        </p:nvSpPr>
        <p:spPr>
          <a:xfrm>
            <a:off x="3832860" y="3810000"/>
            <a:ext cx="79756" cy="40386"/>
          </a:xfrm>
          <a:prstGeom prst="rect">
            <a:avLst/>
          </a:prstGeom>
          <a:solidFill>
            <a:srgbClr val="698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Rectangle 1428"/>
          <p:cNvSpPr/>
          <p:nvPr/>
        </p:nvSpPr>
        <p:spPr>
          <a:xfrm>
            <a:off x="3910330" y="3810000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Rectangle 1429"/>
          <p:cNvSpPr/>
          <p:nvPr/>
        </p:nvSpPr>
        <p:spPr>
          <a:xfrm>
            <a:off x="3987799" y="3810000"/>
            <a:ext cx="79756" cy="40386"/>
          </a:xfrm>
          <a:prstGeom prst="rect">
            <a:avLst/>
          </a:prstGeom>
          <a:solidFill>
            <a:srgbClr val="557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Rectangle 1430"/>
          <p:cNvSpPr/>
          <p:nvPr/>
        </p:nvSpPr>
        <p:spPr>
          <a:xfrm>
            <a:off x="4065270" y="3810000"/>
            <a:ext cx="79756" cy="40386"/>
          </a:xfrm>
          <a:prstGeom prst="rect">
            <a:avLst/>
          </a:prstGeom>
          <a:solidFill>
            <a:srgbClr val="56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Rectangle 1431"/>
          <p:cNvSpPr/>
          <p:nvPr/>
        </p:nvSpPr>
        <p:spPr>
          <a:xfrm>
            <a:off x="4142740" y="3810000"/>
            <a:ext cx="79756" cy="40386"/>
          </a:xfrm>
          <a:prstGeom prst="rect">
            <a:avLst/>
          </a:prstGeom>
          <a:solidFill>
            <a:srgbClr val="3A5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Rectangle 1432"/>
          <p:cNvSpPr/>
          <p:nvPr/>
        </p:nvSpPr>
        <p:spPr>
          <a:xfrm>
            <a:off x="4220209" y="3810000"/>
            <a:ext cx="79756" cy="40386"/>
          </a:xfrm>
          <a:prstGeom prst="rect">
            <a:avLst/>
          </a:prstGeom>
          <a:solidFill>
            <a:srgbClr val="4E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Rectangle 1433"/>
          <p:cNvSpPr/>
          <p:nvPr/>
        </p:nvSpPr>
        <p:spPr>
          <a:xfrm>
            <a:off x="4297680" y="3810000"/>
            <a:ext cx="79756" cy="40386"/>
          </a:xfrm>
          <a:prstGeom prst="rect">
            <a:avLst/>
          </a:prstGeom>
          <a:solidFill>
            <a:srgbClr val="638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Rectangle 1434"/>
          <p:cNvSpPr/>
          <p:nvPr/>
        </p:nvSpPr>
        <p:spPr>
          <a:xfrm>
            <a:off x="4375150" y="3810000"/>
            <a:ext cx="79756" cy="40386"/>
          </a:xfrm>
          <a:prstGeom prst="rect">
            <a:avLst/>
          </a:prstGeom>
          <a:solidFill>
            <a:srgbClr val="638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Rectangle 1435"/>
          <p:cNvSpPr/>
          <p:nvPr/>
        </p:nvSpPr>
        <p:spPr>
          <a:xfrm>
            <a:off x="4452619" y="3810000"/>
            <a:ext cx="79756" cy="40386"/>
          </a:xfrm>
          <a:prstGeom prst="rect">
            <a:avLst/>
          </a:prstGeom>
          <a:solidFill>
            <a:srgbClr val="547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Rectangle 1436"/>
          <p:cNvSpPr/>
          <p:nvPr/>
        </p:nvSpPr>
        <p:spPr>
          <a:xfrm>
            <a:off x="4530090" y="3810000"/>
            <a:ext cx="79756" cy="40386"/>
          </a:xfrm>
          <a:prstGeom prst="rect">
            <a:avLst/>
          </a:prstGeom>
          <a:solidFill>
            <a:srgbClr val="5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Rectangle 1437"/>
          <p:cNvSpPr/>
          <p:nvPr/>
        </p:nvSpPr>
        <p:spPr>
          <a:xfrm>
            <a:off x="4607560" y="3810000"/>
            <a:ext cx="79756" cy="40386"/>
          </a:xfrm>
          <a:prstGeom prst="rect">
            <a:avLst/>
          </a:prstGeom>
          <a:solidFill>
            <a:srgbClr val="4762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Rectangle 1438"/>
          <p:cNvSpPr/>
          <p:nvPr/>
        </p:nvSpPr>
        <p:spPr>
          <a:xfrm>
            <a:off x="468503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Rectangle 1439"/>
          <p:cNvSpPr/>
          <p:nvPr/>
        </p:nvSpPr>
        <p:spPr>
          <a:xfrm>
            <a:off x="476250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Rectangle 1440"/>
          <p:cNvSpPr/>
          <p:nvPr/>
        </p:nvSpPr>
        <p:spPr>
          <a:xfrm>
            <a:off x="483997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Rectangle 1441"/>
          <p:cNvSpPr/>
          <p:nvPr/>
        </p:nvSpPr>
        <p:spPr>
          <a:xfrm>
            <a:off x="491744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Rectangle 1442"/>
          <p:cNvSpPr/>
          <p:nvPr/>
        </p:nvSpPr>
        <p:spPr>
          <a:xfrm>
            <a:off x="499491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Rectangle 1443"/>
          <p:cNvSpPr/>
          <p:nvPr/>
        </p:nvSpPr>
        <p:spPr>
          <a:xfrm>
            <a:off x="5072379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Rectangle 1444"/>
          <p:cNvSpPr/>
          <p:nvPr/>
        </p:nvSpPr>
        <p:spPr>
          <a:xfrm>
            <a:off x="5149850" y="3810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Rectangle 1445"/>
          <p:cNvSpPr/>
          <p:nvPr/>
        </p:nvSpPr>
        <p:spPr>
          <a:xfrm>
            <a:off x="579120" y="3771900"/>
            <a:ext cx="79756" cy="40386"/>
          </a:xfrm>
          <a:prstGeom prst="rect">
            <a:avLst/>
          </a:prstGeom>
          <a:solidFill>
            <a:srgbClr val="21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Rectangle 1446"/>
          <p:cNvSpPr/>
          <p:nvPr/>
        </p:nvSpPr>
        <p:spPr>
          <a:xfrm>
            <a:off x="656590" y="3771900"/>
            <a:ext cx="79756" cy="40386"/>
          </a:xfrm>
          <a:prstGeom prst="rect">
            <a:avLst/>
          </a:prstGeom>
          <a:solidFill>
            <a:srgbClr val="2C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Rectangle 1447"/>
          <p:cNvSpPr/>
          <p:nvPr/>
        </p:nvSpPr>
        <p:spPr>
          <a:xfrm>
            <a:off x="734059" y="3771900"/>
            <a:ext cx="79756" cy="40386"/>
          </a:xfrm>
          <a:prstGeom prst="rect">
            <a:avLst/>
          </a:prstGeom>
          <a:solidFill>
            <a:srgbClr val="435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Rectangle 1448"/>
          <p:cNvSpPr/>
          <p:nvPr/>
        </p:nvSpPr>
        <p:spPr>
          <a:xfrm>
            <a:off x="811530" y="3771900"/>
            <a:ext cx="79756" cy="40386"/>
          </a:xfrm>
          <a:prstGeom prst="rect">
            <a:avLst/>
          </a:prstGeom>
          <a:solidFill>
            <a:srgbClr val="45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Rectangle 1449"/>
          <p:cNvSpPr/>
          <p:nvPr/>
        </p:nvSpPr>
        <p:spPr>
          <a:xfrm>
            <a:off x="888999" y="3771900"/>
            <a:ext cx="79756" cy="40386"/>
          </a:xfrm>
          <a:prstGeom prst="rect">
            <a:avLst/>
          </a:prstGeom>
          <a:solidFill>
            <a:srgbClr val="1C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Rectangle 1450"/>
          <p:cNvSpPr/>
          <p:nvPr/>
        </p:nvSpPr>
        <p:spPr>
          <a:xfrm>
            <a:off x="96647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Rectangle 1451"/>
          <p:cNvSpPr/>
          <p:nvPr/>
        </p:nvSpPr>
        <p:spPr>
          <a:xfrm>
            <a:off x="1043940" y="3771900"/>
            <a:ext cx="79756" cy="40386"/>
          </a:xfrm>
          <a:prstGeom prst="rect">
            <a:avLst/>
          </a:prstGeom>
          <a:solidFill>
            <a:srgbClr val="29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Rectangle 1452"/>
          <p:cNvSpPr/>
          <p:nvPr/>
        </p:nvSpPr>
        <p:spPr>
          <a:xfrm>
            <a:off x="1121410" y="3771900"/>
            <a:ext cx="79756" cy="40386"/>
          </a:xfrm>
          <a:prstGeom prst="rect">
            <a:avLst/>
          </a:prstGeom>
          <a:solidFill>
            <a:srgbClr val="3B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Rectangle 1453"/>
          <p:cNvSpPr/>
          <p:nvPr/>
        </p:nvSpPr>
        <p:spPr>
          <a:xfrm>
            <a:off x="1198879" y="3771900"/>
            <a:ext cx="79756" cy="40386"/>
          </a:xfrm>
          <a:prstGeom prst="rect">
            <a:avLst/>
          </a:prstGeom>
          <a:solidFill>
            <a:srgbClr val="374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Rectangle 1454"/>
          <p:cNvSpPr/>
          <p:nvPr/>
        </p:nvSpPr>
        <p:spPr>
          <a:xfrm>
            <a:off x="1276350" y="3771900"/>
            <a:ext cx="79756" cy="40386"/>
          </a:xfrm>
          <a:prstGeom prst="rect">
            <a:avLst/>
          </a:prstGeom>
          <a:solidFill>
            <a:srgbClr val="2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Rectangle 1455"/>
          <p:cNvSpPr/>
          <p:nvPr/>
        </p:nvSpPr>
        <p:spPr>
          <a:xfrm>
            <a:off x="135382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Rectangle 1456"/>
          <p:cNvSpPr/>
          <p:nvPr/>
        </p:nvSpPr>
        <p:spPr>
          <a:xfrm>
            <a:off x="1431289" y="3771900"/>
            <a:ext cx="79756" cy="40386"/>
          </a:xfrm>
          <a:prstGeom prst="rect">
            <a:avLst/>
          </a:prstGeom>
          <a:solidFill>
            <a:srgbClr val="1E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Rectangle 1457"/>
          <p:cNvSpPr/>
          <p:nvPr/>
        </p:nvSpPr>
        <p:spPr>
          <a:xfrm>
            <a:off x="1508760" y="3771900"/>
            <a:ext cx="79756" cy="40386"/>
          </a:xfrm>
          <a:prstGeom prst="rect">
            <a:avLst/>
          </a:prstGeom>
          <a:solidFill>
            <a:srgbClr val="53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Rectangle 1458"/>
          <p:cNvSpPr/>
          <p:nvPr/>
        </p:nvSpPr>
        <p:spPr>
          <a:xfrm>
            <a:off x="1586229" y="3771900"/>
            <a:ext cx="79756" cy="40386"/>
          </a:xfrm>
          <a:prstGeom prst="rect">
            <a:avLst/>
          </a:prstGeom>
          <a:solidFill>
            <a:srgbClr val="62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Rectangle 1459"/>
          <p:cNvSpPr/>
          <p:nvPr/>
        </p:nvSpPr>
        <p:spPr>
          <a:xfrm>
            <a:off x="1663700" y="3771900"/>
            <a:ext cx="79756" cy="40386"/>
          </a:xfrm>
          <a:prstGeom prst="rect">
            <a:avLst/>
          </a:prstGeom>
          <a:solidFill>
            <a:srgbClr val="52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Rectangle 1460"/>
          <p:cNvSpPr/>
          <p:nvPr/>
        </p:nvSpPr>
        <p:spPr>
          <a:xfrm>
            <a:off x="1741170" y="3771900"/>
            <a:ext cx="79756" cy="40386"/>
          </a:xfrm>
          <a:prstGeom prst="rect">
            <a:avLst/>
          </a:prstGeom>
          <a:solidFill>
            <a:srgbClr val="62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Rectangle 1461"/>
          <p:cNvSpPr/>
          <p:nvPr/>
        </p:nvSpPr>
        <p:spPr>
          <a:xfrm>
            <a:off x="1818639" y="3771900"/>
            <a:ext cx="79756" cy="40386"/>
          </a:xfrm>
          <a:prstGeom prst="rect">
            <a:avLst/>
          </a:prstGeom>
          <a:solidFill>
            <a:srgbClr val="719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Rectangle 1462"/>
          <p:cNvSpPr/>
          <p:nvPr/>
        </p:nvSpPr>
        <p:spPr>
          <a:xfrm>
            <a:off x="1896110" y="3771900"/>
            <a:ext cx="79756" cy="40386"/>
          </a:xfrm>
          <a:prstGeom prst="rect">
            <a:avLst/>
          </a:prstGeom>
          <a:solidFill>
            <a:srgbClr val="4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Rectangle 1463"/>
          <p:cNvSpPr/>
          <p:nvPr/>
        </p:nvSpPr>
        <p:spPr>
          <a:xfrm>
            <a:off x="197358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Rectangle 1464"/>
          <p:cNvSpPr/>
          <p:nvPr/>
        </p:nvSpPr>
        <p:spPr>
          <a:xfrm>
            <a:off x="2051049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Rectangle 1465"/>
          <p:cNvSpPr/>
          <p:nvPr/>
        </p:nvSpPr>
        <p:spPr>
          <a:xfrm>
            <a:off x="212852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Rectangle 1466"/>
          <p:cNvSpPr/>
          <p:nvPr/>
        </p:nvSpPr>
        <p:spPr>
          <a:xfrm>
            <a:off x="220599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Rectangle 1467"/>
          <p:cNvSpPr/>
          <p:nvPr/>
        </p:nvSpPr>
        <p:spPr>
          <a:xfrm>
            <a:off x="2283459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Rectangle 1468"/>
          <p:cNvSpPr/>
          <p:nvPr/>
        </p:nvSpPr>
        <p:spPr>
          <a:xfrm>
            <a:off x="236093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Rectangle 1469"/>
          <p:cNvSpPr/>
          <p:nvPr/>
        </p:nvSpPr>
        <p:spPr>
          <a:xfrm>
            <a:off x="243840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Rectangle 1470"/>
          <p:cNvSpPr/>
          <p:nvPr/>
        </p:nvSpPr>
        <p:spPr>
          <a:xfrm>
            <a:off x="251587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Rectangle 1471"/>
          <p:cNvSpPr/>
          <p:nvPr/>
        </p:nvSpPr>
        <p:spPr>
          <a:xfrm>
            <a:off x="2593339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Rectangle 1472"/>
          <p:cNvSpPr/>
          <p:nvPr/>
        </p:nvSpPr>
        <p:spPr>
          <a:xfrm>
            <a:off x="267081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Rectangle 1473"/>
          <p:cNvSpPr/>
          <p:nvPr/>
        </p:nvSpPr>
        <p:spPr>
          <a:xfrm>
            <a:off x="274828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Rectangle 1474"/>
          <p:cNvSpPr/>
          <p:nvPr/>
        </p:nvSpPr>
        <p:spPr>
          <a:xfrm>
            <a:off x="282575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Rectangle 1475"/>
          <p:cNvSpPr/>
          <p:nvPr/>
        </p:nvSpPr>
        <p:spPr>
          <a:xfrm>
            <a:off x="290322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Rectangle 1476"/>
          <p:cNvSpPr/>
          <p:nvPr/>
        </p:nvSpPr>
        <p:spPr>
          <a:xfrm>
            <a:off x="298069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Rectangle 1477"/>
          <p:cNvSpPr/>
          <p:nvPr/>
        </p:nvSpPr>
        <p:spPr>
          <a:xfrm>
            <a:off x="3058159" y="3771900"/>
            <a:ext cx="79756" cy="40386"/>
          </a:xfrm>
          <a:prstGeom prst="rect">
            <a:avLst/>
          </a:prstGeom>
          <a:solidFill>
            <a:srgbClr val="42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Rectangle 1478"/>
          <p:cNvSpPr/>
          <p:nvPr/>
        </p:nvSpPr>
        <p:spPr>
          <a:xfrm>
            <a:off x="3135630" y="3771900"/>
            <a:ext cx="79756" cy="40386"/>
          </a:xfrm>
          <a:prstGeom prst="rect">
            <a:avLst/>
          </a:prstGeom>
          <a:solidFill>
            <a:srgbClr val="55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Rectangle 1479"/>
          <p:cNvSpPr/>
          <p:nvPr/>
        </p:nvSpPr>
        <p:spPr>
          <a:xfrm>
            <a:off x="3213100" y="3771900"/>
            <a:ext cx="79756" cy="40386"/>
          </a:xfrm>
          <a:prstGeom prst="rect">
            <a:avLst/>
          </a:prstGeom>
          <a:solidFill>
            <a:srgbClr val="43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Rectangle 1480"/>
          <p:cNvSpPr/>
          <p:nvPr/>
        </p:nvSpPr>
        <p:spPr>
          <a:xfrm>
            <a:off x="3290570" y="3771900"/>
            <a:ext cx="79756" cy="40386"/>
          </a:xfrm>
          <a:prstGeom prst="rect">
            <a:avLst/>
          </a:prstGeom>
          <a:solidFill>
            <a:srgbClr val="618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Rectangle 1481"/>
          <p:cNvSpPr/>
          <p:nvPr/>
        </p:nvSpPr>
        <p:spPr>
          <a:xfrm>
            <a:off x="3368040" y="3771900"/>
            <a:ext cx="79756" cy="40386"/>
          </a:xfrm>
          <a:prstGeom prst="rect">
            <a:avLst/>
          </a:prstGeom>
          <a:solidFill>
            <a:srgbClr val="749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Rectangle 1482"/>
          <p:cNvSpPr/>
          <p:nvPr/>
        </p:nvSpPr>
        <p:spPr>
          <a:xfrm>
            <a:off x="3445510" y="3771900"/>
            <a:ext cx="79756" cy="40386"/>
          </a:xfrm>
          <a:prstGeom prst="rect">
            <a:avLst/>
          </a:prstGeom>
          <a:solidFill>
            <a:srgbClr val="6C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Rectangle 1483"/>
          <p:cNvSpPr/>
          <p:nvPr/>
        </p:nvSpPr>
        <p:spPr>
          <a:xfrm>
            <a:off x="3522979" y="3771900"/>
            <a:ext cx="79756" cy="40386"/>
          </a:xfrm>
          <a:prstGeom prst="rect">
            <a:avLst/>
          </a:prstGeom>
          <a:solidFill>
            <a:srgbClr val="33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Rectangle 1484"/>
          <p:cNvSpPr/>
          <p:nvPr/>
        </p:nvSpPr>
        <p:spPr>
          <a:xfrm>
            <a:off x="3600450" y="3771900"/>
            <a:ext cx="79756" cy="40386"/>
          </a:xfrm>
          <a:prstGeom prst="rect">
            <a:avLst/>
          </a:prstGeom>
          <a:solidFill>
            <a:srgbClr val="2D4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Rectangle 1485"/>
          <p:cNvSpPr/>
          <p:nvPr/>
        </p:nvSpPr>
        <p:spPr>
          <a:xfrm>
            <a:off x="3677920" y="3771900"/>
            <a:ext cx="79756" cy="40386"/>
          </a:xfrm>
          <a:prstGeom prst="rect">
            <a:avLst/>
          </a:prstGeom>
          <a:solidFill>
            <a:srgbClr val="41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Rectangle 1486"/>
          <p:cNvSpPr/>
          <p:nvPr/>
        </p:nvSpPr>
        <p:spPr>
          <a:xfrm>
            <a:off x="3755390" y="3771900"/>
            <a:ext cx="79756" cy="40386"/>
          </a:xfrm>
          <a:prstGeom prst="rect">
            <a:avLst/>
          </a:prstGeom>
          <a:solidFill>
            <a:srgbClr val="53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Rectangle 1487"/>
          <p:cNvSpPr/>
          <p:nvPr/>
        </p:nvSpPr>
        <p:spPr>
          <a:xfrm>
            <a:off x="3832860" y="3771900"/>
            <a:ext cx="79756" cy="40386"/>
          </a:xfrm>
          <a:prstGeom prst="rect">
            <a:avLst/>
          </a:prstGeom>
          <a:solidFill>
            <a:srgbClr val="4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Rectangle 1488"/>
          <p:cNvSpPr/>
          <p:nvPr/>
        </p:nvSpPr>
        <p:spPr>
          <a:xfrm>
            <a:off x="3910330" y="3771900"/>
            <a:ext cx="79756" cy="40386"/>
          </a:xfrm>
          <a:prstGeom prst="rect">
            <a:avLst/>
          </a:prstGeom>
          <a:solidFill>
            <a:srgbClr val="2D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Rectangle 1489"/>
          <p:cNvSpPr/>
          <p:nvPr/>
        </p:nvSpPr>
        <p:spPr>
          <a:xfrm>
            <a:off x="3987799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Rectangle 1490"/>
          <p:cNvSpPr/>
          <p:nvPr/>
        </p:nvSpPr>
        <p:spPr>
          <a:xfrm>
            <a:off x="4065270" y="3771900"/>
            <a:ext cx="79756" cy="40386"/>
          </a:xfrm>
          <a:prstGeom prst="rect">
            <a:avLst/>
          </a:prstGeom>
          <a:solidFill>
            <a:srgbClr val="263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Rectangle 1491"/>
          <p:cNvSpPr/>
          <p:nvPr/>
        </p:nvSpPr>
        <p:spPr>
          <a:xfrm>
            <a:off x="4142740" y="3771900"/>
            <a:ext cx="79756" cy="40386"/>
          </a:xfrm>
          <a:prstGeom prst="rect">
            <a:avLst/>
          </a:prstGeom>
          <a:solidFill>
            <a:srgbClr val="59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Rectangle 1492"/>
          <p:cNvSpPr/>
          <p:nvPr/>
        </p:nvSpPr>
        <p:spPr>
          <a:xfrm>
            <a:off x="4220209" y="3771900"/>
            <a:ext cx="79756" cy="40386"/>
          </a:xfrm>
          <a:prstGeom prst="rect">
            <a:avLst/>
          </a:prstGeom>
          <a:solidFill>
            <a:srgbClr val="5F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Rectangle 1493"/>
          <p:cNvSpPr/>
          <p:nvPr/>
        </p:nvSpPr>
        <p:spPr>
          <a:xfrm>
            <a:off x="4297680" y="3771900"/>
            <a:ext cx="79756" cy="40386"/>
          </a:xfrm>
          <a:prstGeom prst="rect">
            <a:avLst/>
          </a:prstGeom>
          <a:solidFill>
            <a:srgbClr val="45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Rectangle 1494"/>
          <p:cNvSpPr/>
          <p:nvPr/>
        </p:nvSpPr>
        <p:spPr>
          <a:xfrm>
            <a:off x="4375150" y="3771900"/>
            <a:ext cx="79756" cy="40386"/>
          </a:xfrm>
          <a:prstGeom prst="rect">
            <a:avLst/>
          </a:prstGeom>
          <a:solidFill>
            <a:srgbClr val="5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Rectangle 1495"/>
          <p:cNvSpPr/>
          <p:nvPr/>
        </p:nvSpPr>
        <p:spPr>
          <a:xfrm>
            <a:off x="4452619" y="3771900"/>
            <a:ext cx="79756" cy="40386"/>
          </a:xfrm>
          <a:prstGeom prst="rect">
            <a:avLst/>
          </a:prstGeom>
          <a:solidFill>
            <a:srgbClr val="5E7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Rectangle 1496"/>
          <p:cNvSpPr/>
          <p:nvPr/>
        </p:nvSpPr>
        <p:spPr>
          <a:xfrm>
            <a:off x="4530090" y="3771900"/>
            <a:ext cx="79756" cy="40386"/>
          </a:xfrm>
          <a:prstGeom prst="rect">
            <a:avLst/>
          </a:prstGeom>
          <a:solidFill>
            <a:srgbClr val="354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Rectangle 1497"/>
          <p:cNvSpPr/>
          <p:nvPr/>
        </p:nvSpPr>
        <p:spPr>
          <a:xfrm>
            <a:off x="460756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Rectangle 1498"/>
          <p:cNvSpPr/>
          <p:nvPr/>
        </p:nvSpPr>
        <p:spPr>
          <a:xfrm>
            <a:off x="468503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Rectangle 1499"/>
          <p:cNvSpPr/>
          <p:nvPr/>
        </p:nvSpPr>
        <p:spPr>
          <a:xfrm>
            <a:off x="476250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Rectangle 1500"/>
          <p:cNvSpPr/>
          <p:nvPr/>
        </p:nvSpPr>
        <p:spPr>
          <a:xfrm>
            <a:off x="483997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Rectangle 1501"/>
          <p:cNvSpPr/>
          <p:nvPr/>
        </p:nvSpPr>
        <p:spPr>
          <a:xfrm>
            <a:off x="491744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Rectangle 1502"/>
          <p:cNvSpPr/>
          <p:nvPr/>
        </p:nvSpPr>
        <p:spPr>
          <a:xfrm>
            <a:off x="499491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Rectangle 1503"/>
          <p:cNvSpPr/>
          <p:nvPr/>
        </p:nvSpPr>
        <p:spPr>
          <a:xfrm>
            <a:off x="5072379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Rectangle 1504"/>
          <p:cNvSpPr/>
          <p:nvPr/>
        </p:nvSpPr>
        <p:spPr>
          <a:xfrm>
            <a:off x="5149850" y="3771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Rectangle 1505"/>
          <p:cNvSpPr/>
          <p:nvPr/>
        </p:nvSpPr>
        <p:spPr>
          <a:xfrm>
            <a:off x="579120" y="3733799"/>
            <a:ext cx="79756" cy="40386"/>
          </a:xfrm>
          <a:prstGeom prst="rect">
            <a:avLst/>
          </a:prstGeom>
          <a:solidFill>
            <a:srgbClr val="2C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Rectangle 1506"/>
          <p:cNvSpPr/>
          <p:nvPr/>
        </p:nvSpPr>
        <p:spPr>
          <a:xfrm>
            <a:off x="656590" y="3733799"/>
            <a:ext cx="79756" cy="40386"/>
          </a:xfrm>
          <a:prstGeom prst="rect">
            <a:avLst/>
          </a:prstGeom>
          <a:solidFill>
            <a:srgbClr val="2D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Rectangle 1507"/>
          <p:cNvSpPr/>
          <p:nvPr/>
        </p:nvSpPr>
        <p:spPr>
          <a:xfrm>
            <a:off x="734059" y="3733799"/>
            <a:ext cx="79756" cy="40386"/>
          </a:xfrm>
          <a:prstGeom prst="rect">
            <a:avLst/>
          </a:prstGeom>
          <a:solidFill>
            <a:srgbClr val="2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Rectangle 1508"/>
          <p:cNvSpPr/>
          <p:nvPr/>
        </p:nvSpPr>
        <p:spPr>
          <a:xfrm>
            <a:off x="811530" y="3733799"/>
            <a:ext cx="79756" cy="40386"/>
          </a:xfrm>
          <a:prstGeom prst="rect">
            <a:avLst/>
          </a:prstGeom>
          <a:solidFill>
            <a:srgbClr val="4D6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Rectangle 1509"/>
          <p:cNvSpPr/>
          <p:nvPr/>
        </p:nvSpPr>
        <p:spPr>
          <a:xfrm>
            <a:off x="888999" y="3733799"/>
            <a:ext cx="79756" cy="40386"/>
          </a:xfrm>
          <a:prstGeom prst="rect">
            <a:avLst/>
          </a:prstGeom>
          <a:solidFill>
            <a:srgbClr val="557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Rectangle 1510"/>
          <p:cNvSpPr/>
          <p:nvPr/>
        </p:nvSpPr>
        <p:spPr>
          <a:xfrm>
            <a:off x="966470" y="3733799"/>
            <a:ext cx="79756" cy="40386"/>
          </a:xfrm>
          <a:prstGeom prst="rect">
            <a:avLst/>
          </a:prstGeom>
          <a:solidFill>
            <a:srgbClr val="51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Rectangle 1511"/>
          <p:cNvSpPr/>
          <p:nvPr/>
        </p:nvSpPr>
        <p:spPr>
          <a:xfrm>
            <a:off x="1043940" y="3733799"/>
            <a:ext cx="79756" cy="40386"/>
          </a:xfrm>
          <a:prstGeom prst="rect">
            <a:avLst/>
          </a:prstGeom>
          <a:solidFill>
            <a:srgbClr val="29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Rectangle 1512"/>
          <p:cNvSpPr/>
          <p:nvPr/>
        </p:nvSpPr>
        <p:spPr>
          <a:xfrm>
            <a:off x="112141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Rectangle 1513"/>
          <p:cNvSpPr/>
          <p:nvPr/>
        </p:nvSpPr>
        <p:spPr>
          <a:xfrm>
            <a:off x="1198879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Rectangle 1514"/>
          <p:cNvSpPr/>
          <p:nvPr/>
        </p:nvSpPr>
        <p:spPr>
          <a:xfrm>
            <a:off x="1276350" y="3733799"/>
            <a:ext cx="79756" cy="40386"/>
          </a:xfrm>
          <a:prstGeom prst="rect">
            <a:avLst/>
          </a:prstGeom>
          <a:solidFill>
            <a:srgbClr val="1D2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Rectangle 1515"/>
          <p:cNvSpPr/>
          <p:nvPr/>
        </p:nvSpPr>
        <p:spPr>
          <a:xfrm>
            <a:off x="1353820" y="3733799"/>
            <a:ext cx="79756" cy="40386"/>
          </a:xfrm>
          <a:prstGeom prst="rect">
            <a:avLst/>
          </a:prstGeom>
          <a:solidFill>
            <a:srgbClr val="405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Rectangle 1516"/>
          <p:cNvSpPr/>
          <p:nvPr/>
        </p:nvSpPr>
        <p:spPr>
          <a:xfrm>
            <a:off x="1431289" y="3733799"/>
            <a:ext cx="79756" cy="40386"/>
          </a:xfrm>
          <a:prstGeom prst="rect">
            <a:avLst/>
          </a:prstGeom>
          <a:solidFill>
            <a:srgbClr val="4C6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Rectangle 1517"/>
          <p:cNvSpPr/>
          <p:nvPr/>
        </p:nvSpPr>
        <p:spPr>
          <a:xfrm>
            <a:off x="1508760" y="3733799"/>
            <a:ext cx="79756" cy="40386"/>
          </a:xfrm>
          <a:prstGeom prst="rect">
            <a:avLst/>
          </a:prstGeom>
          <a:solidFill>
            <a:srgbClr val="55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Rectangle 1518"/>
          <p:cNvSpPr/>
          <p:nvPr/>
        </p:nvSpPr>
        <p:spPr>
          <a:xfrm>
            <a:off x="1586229" y="3733799"/>
            <a:ext cx="79756" cy="40386"/>
          </a:xfrm>
          <a:prstGeom prst="rect">
            <a:avLst/>
          </a:prstGeom>
          <a:solidFill>
            <a:srgbClr val="2E4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Rectangle 1519"/>
          <p:cNvSpPr/>
          <p:nvPr/>
        </p:nvSpPr>
        <p:spPr>
          <a:xfrm>
            <a:off x="1663700" y="3733799"/>
            <a:ext cx="79756" cy="40386"/>
          </a:xfrm>
          <a:prstGeom prst="rect">
            <a:avLst/>
          </a:prstGeom>
          <a:solidFill>
            <a:srgbClr val="62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Rectangle 1520"/>
          <p:cNvSpPr/>
          <p:nvPr/>
        </p:nvSpPr>
        <p:spPr>
          <a:xfrm>
            <a:off x="1741170" y="3733799"/>
            <a:ext cx="79756" cy="40386"/>
          </a:xfrm>
          <a:prstGeom prst="rect">
            <a:avLst/>
          </a:prstGeom>
          <a:solidFill>
            <a:srgbClr val="6C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Rectangle 1521"/>
          <p:cNvSpPr/>
          <p:nvPr/>
        </p:nvSpPr>
        <p:spPr>
          <a:xfrm>
            <a:off x="1818639" y="3733799"/>
            <a:ext cx="79756" cy="40386"/>
          </a:xfrm>
          <a:prstGeom prst="rect">
            <a:avLst/>
          </a:prstGeom>
          <a:solidFill>
            <a:srgbClr val="46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Rectangle 1522"/>
          <p:cNvSpPr/>
          <p:nvPr/>
        </p:nvSpPr>
        <p:spPr>
          <a:xfrm>
            <a:off x="189611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Rectangle 1523"/>
          <p:cNvSpPr/>
          <p:nvPr/>
        </p:nvSpPr>
        <p:spPr>
          <a:xfrm>
            <a:off x="197358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Rectangle 1524"/>
          <p:cNvSpPr/>
          <p:nvPr/>
        </p:nvSpPr>
        <p:spPr>
          <a:xfrm>
            <a:off x="2051049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Rectangle 1525"/>
          <p:cNvSpPr/>
          <p:nvPr/>
        </p:nvSpPr>
        <p:spPr>
          <a:xfrm>
            <a:off x="212852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Rectangle 1526"/>
          <p:cNvSpPr/>
          <p:nvPr/>
        </p:nvSpPr>
        <p:spPr>
          <a:xfrm>
            <a:off x="220599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Rectangle 1527"/>
          <p:cNvSpPr/>
          <p:nvPr/>
        </p:nvSpPr>
        <p:spPr>
          <a:xfrm>
            <a:off x="2283459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Rectangle 1528"/>
          <p:cNvSpPr/>
          <p:nvPr/>
        </p:nvSpPr>
        <p:spPr>
          <a:xfrm>
            <a:off x="236093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Rectangle 1529"/>
          <p:cNvSpPr/>
          <p:nvPr/>
        </p:nvSpPr>
        <p:spPr>
          <a:xfrm>
            <a:off x="243840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Rectangle 1530"/>
          <p:cNvSpPr/>
          <p:nvPr/>
        </p:nvSpPr>
        <p:spPr>
          <a:xfrm>
            <a:off x="251587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Rectangle 1531"/>
          <p:cNvSpPr/>
          <p:nvPr/>
        </p:nvSpPr>
        <p:spPr>
          <a:xfrm>
            <a:off x="2593339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Rectangle 1532"/>
          <p:cNvSpPr/>
          <p:nvPr/>
        </p:nvSpPr>
        <p:spPr>
          <a:xfrm>
            <a:off x="267081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Rectangle 1533"/>
          <p:cNvSpPr/>
          <p:nvPr/>
        </p:nvSpPr>
        <p:spPr>
          <a:xfrm>
            <a:off x="274828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Rectangle 1534"/>
          <p:cNvSpPr/>
          <p:nvPr/>
        </p:nvSpPr>
        <p:spPr>
          <a:xfrm>
            <a:off x="282575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Rectangle 1535"/>
          <p:cNvSpPr/>
          <p:nvPr/>
        </p:nvSpPr>
        <p:spPr>
          <a:xfrm>
            <a:off x="290322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Rectangle 1536"/>
          <p:cNvSpPr/>
          <p:nvPr/>
        </p:nvSpPr>
        <p:spPr>
          <a:xfrm>
            <a:off x="298069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Rectangle 1537"/>
          <p:cNvSpPr/>
          <p:nvPr/>
        </p:nvSpPr>
        <p:spPr>
          <a:xfrm>
            <a:off x="3058159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Rectangle 1538"/>
          <p:cNvSpPr/>
          <p:nvPr/>
        </p:nvSpPr>
        <p:spPr>
          <a:xfrm>
            <a:off x="3135630" y="3733799"/>
            <a:ext cx="79756" cy="40386"/>
          </a:xfrm>
          <a:prstGeom prst="rect">
            <a:avLst/>
          </a:prstGeom>
          <a:solidFill>
            <a:srgbClr val="3C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Rectangle 1539"/>
          <p:cNvSpPr/>
          <p:nvPr/>
        </p:nvSpPr>
        <p:spPr>
          <a:xfrm>
            <a:off x="3213100" y="3733799"/>
            <a:ext cx="79756" cy="40386"/>
          </a:xfrm>
          <a:prstGeom prst="rect">
            <a:avLst/>
          </a:prstGeom>
          <a:solidFill>
            <a:srgbClr val="5C7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Rectangle 1540"/>
          <p:cNvSpPr/>
          <p:nvPr/>
        </p:nvSpPr>
        <p:spPr>
          <a:xfrm>
            <a:off x="3290570" y="3733799"/>
            <a:ext cx="79756" cy="40386"/>
          </a:xfrm>
          <a:prstGeom prst="rect">
            <a:avLst/>
          </a:prstGeom>
          <a:solidFill>
            <a:srgbClr val="55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Rectangle 1541"/>
          <p:cNvSpPr/>
          <p:nvPr/>
        </p:nvSpPr>
        <p:spPr>
          <a:xfrm>
            <a:off x="3368040" y="3733799"/>
            <a:ext cx="79756" cy="40386"/>
          </a:xfrm>
          <a:prstGeom prst="rect">
            <a:avLst/>
          </a:prstGeom>
          <a:solidFill>
            <a:srgbClr val="50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Rectangle 1542"/>
          <p:cNvSpPr/>
          <p:nvPr/>
        </p:nvSpPr>
        <p:spPr>
          <a:xfrm>
            <a:off x="3445510" y="3733799"/>
            <a:ext cx="79756" cy="40386"/>
          </a:xfrm>
          <a:prstGeom prst="rect">
            <a:avLst/>
          </a:prstGeom>
          <a:solidFill>
            <a:srgbClr val="7BA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Rectangle 1543"/>
          <p:cNvSpPr/>
          <p:nvPr/>
        </p:nvSpPr>
        <p:spPr>
          <a:xfrm>
            <a:off x="3522979" y="3733799"/>
            <a:ext cx="79756" cy="40386"/>
          </a:xfrm>
          <a:prstGeom prst="rect">
            <a:avLst/>
          </a:prstGeom>
          <a:solidFill>
            <a:srgbClr val="7EA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Rectangle 1544"/>
          <p:cNvSpPr/>
          <p:nvPr/>
        </p:nvSpPr>
        <p:spPr>
          <a:xfrm>
            <a:off x="3600450" y="3733799"/>
            <a:ext cx="79756" cy="40386"/>
          </a:xfrm>
          <a:prstGeom prst="rect">
            <a:avLst/>
          </a:prstGeom>
          <a:solidFill>
            <a:srgbClr val="719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Rectangle 1545"/>
          <p:cNvSpPr/>
          <p:nvPr/>
        </p:nvSpPr>
        <p:spPr>
          <a:xfrm>
            <a:off x="3677920" y="3733799"/>
            <a:ext cx="79756" cy="40386"/>
          </a:xfrm>
          <a:prstGeom prst="rect">
            <a:avLst/>
          </a:prstGeom>
          <a:solidFill>
            <a:srgbClr val="405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Rectangle 1546"/>
          <p:cNvSpPr/>
          <p:nvPr/>
        </p:nvSpPr>
        <p:spPr>
          <a:xfrm>
            <a:off x="3755390" y="3733799"/>
            <a:ext cx="79756" cy="40386"/>
          </a:xfrm>
          <a:prstGeom prst="rect">
            <a:avLst/>
          </a:prstGeom>
          <a:solidFill>
            <a:srgbClr val="26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Rectangle 1547"/>
          <p:cNvSpPr/>
          <p:nvPr/>
        </p:nvSpPr>
        <p:spPr>
          <a:xfrm>
            <a:off x="3832860" y="3733799"/>
            <a:ext cx="79756" cy="40386"/>
          </a:xfrm>
          <a:prstGeom prst="rect">
            <a:avLst/>
          </a:prstGeom>
          <a:solidFill>
            <a:srgbClr val="2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Rectangle 1548"/>
          <p:cNvSpPr/>
          <p:nvPr/>
        </p:nvSpPr>
        <p:spPr>
          <a:xfrm>
            <a:off x="3910330" y="3733799"/>
            <a:ext cx="79756" cy="40386"/>
          </a:xfrm>
          <a:prstGeom prst="rect">
            <a:avLst/>
          </a:prstGeom>
          <a:solidFill>
            <a:srgbClr val="27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Rectangle 1549"/>
          <p:cNvSpPr/>
          <p:nvPr/>
        </p:nvSpPr>
        <p:spPr>
          <a:xfrm>
            <a:off x="3987799" y="3733799"/>
            <a:ext cx="79756" cy="40386"/>
          </a:xfrm>
          <a:prstGeom prst="rect">
            <a:avLst/>
          </a:prstGeom>
          <a:solidFill>
            <a:srgbClr val="4E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Rectangle 1550"/>
          <p:cNvSpPr/>
          <p:nvPr/>
        </p:nvSpPr>
        <p:spPr>
          <a:xfrm>
            <a:off x="4065270" y="3733799"/>
            <a:ext cx="79756" cy="40386"/>
          </a:xfrm>
          <a:prstGeom prst="rect">
            <a:avLst/>
          </a:prstGeom>
          <a:solidFill>
            <a:srgbClr val="526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Rectangle 1551"/>
          <p:cNvSpPr/>
          <p:nvPr/>
        </p:nvSpPr>
        <p:spPr>
          <a:xfrm>
            <a:off x="4142740" y="3733799"/>
            <a:ext cx="79756" cy="40386"/>
          </a:xfrm>
          <a:prstGeom prst="rect">
            <a:avLst/>
          </a:prstGeom>
          <a:solidFill>
            <a:srgbClr val="56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Rectangle 1552"/>
          <p:cNvSpPr/>
          <p:nvPr/>
        </p:nvSpPr>
        <p:spPr>
          <a:xfrm>
            <a:off x="4220209" y="3733799"/>
            <a:ext cx="79756" cy="40386"/>
          </a:xfrm>
          <a:prstGeom prst="rect">
            <a:avLst/>
          </a:prstGeom>
          <a:solidFill>
            <a:srgbClr val="29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Rectangle 1553"/>
          <p:cNvSpPr/>
          <p:nvPr/>
        </p:nvSpPr>
        <p:spPr>
          <a:xfrm>
            <a:off x="4297680" y="3733799"/>
            <a:ext cx="79756" cy="40386"/>
          </a:xfrm>
          <a:prstGeom prst="rect">
            <a:avLst/>
          </a:prstGeom>
          <a:solidFill>
            <a:srgbClr val="5F7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Rectangle 1554"/>
          <p:cNvSpPr/>
          <p:nvPr/>
        </p:nvSpPr>
        <p:spPr>
          <a:xfrm>
            <a:off x="4375150" y="3733799"/>
            <a:ext cx="79756" cy="40386"/>
          </a:xfrm>
          <a:prstGeom prst="rect">
            <a:avLst/>
          </a:prstGeom>
          <a:solidFill>
            <a:srgbClr val="62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Rectangle 1555"/>
          <p:cNvSpPr/>
          <p:nvPr/>
        </p:nvSpPr>
        <p:spPr>
          <a:xfrm>
            <a:off x="4452619" y="3733799"/>
            <a:ext cx="79756" cy="40386"/>
          </a:xfrm>
          <a:prstGeom prst="rect">
            <a:avLst/>
          </a:prstGeom>
          <a:solidFill>
            <a:srgbClr val="314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Rectangle 1556"/>
          <p:cNvSpPr/>
          <p:nvPr/>
        </p:nvSpPr>
        <p:spPr>
          <a:xfrm>
            <a:off x="453009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Rectangle 1557"/>
          <p:cNvSpPr/>
          <p:nvPr/>
        </p:nvSpPr>
        <p:spPr>
          <a:xfrm>
            <a:off x="460756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Rectangle 1558"/>
          <p:cNvSpPr/>
          <p:nvPr/>
        </p:nvSpPr>
        <p:spPr>
          <a:xfrm>
            <a:off x="468503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Rectangle 1559"/>
          <p:cNvSpPr/>
          <p:nvPr/>
        </p:nvSpPr>
        <p:spPr>
          <a:xfrm>
            <a:off x="476250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Rectangle 1560"/>
          <p:cNvSpPr/>
          <p:nvPr/>
        </p:nvSpPr>
        <p:spPr>
          <a:xfrm>
            <a:off x="483997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Rectangle 1561"/>
          <p:cNvSpPr/>
          <p:nvPr/>
        </p:nvSpPr>
        <p:spPr>
          <a:xfrm>
            <a:off x="491744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Rectangle 1562"/>
          <p:cNvSpPr/>
          <p:nvPr/>
        </p:nvSpPr>
        <p:spPr>
          <a:xfrm>
            <a:off x="499491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Rectangle 1563"/>
          <p:cNvSpPr/>
          <p:nvPr/>
        </p:nvSpPr>
        <p:spPr>
          <a:xfrm>
            <a:off x="5072379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Rectangle 1564"/>
          <p:cNvSpPr/>
          <p:nvPr/>
        </p:nvSpPr>
        <p:spPr>
          <a:xfrm>
            <a:off x="5149850" y="3733799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Rectangle 1565"/>
          <p:cNvSpPr/>
          <p:nvPr/>
        </p:nvSpPr>
        <p:spPr>
          <a:xfrm>
            <a:off x="57912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Rectangle 1566"/>
          <p:cNvSpPr/>
          <p:nvPr/>
        </p:nvSpPr>
        <p:spPr>
          <a:xfrm>
            <a:off x="656590" y="3695700"/>
            <a:ext cx="79756" cy="40386"/>
          </a:xfrm>
          <a:prstGeom prst="rect">
            <a:avLst/>
          </a:prstGeom>
          <a:solidFill>
            <a:srgbClr val="36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Rectangle 1567"/>
          <p:cNvSpPr/>
          <p:nvPr/>
        </p:nvSpPr>
        <p:spPr>
          <a:xfrm>
            <a:off x="734059" y="3695700"/>
            <a:ext cx="79756" cy="40386"/>
          </a:xfrm>
          <a:prstGeom prst="rect">
            <a:avLst/>
          </a:prstGeom>
          <a:solidFill>
            <a:srgbClr val="3F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Rectangle 1568"/>
          <p:cNvSpPr/>
          <p:nvPr/>
        </p:nvSpPr>
        <p:spPr>
          <a:xfrm>
            <a:off x="81153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Rectangle 1569"/>
          <p:cNvSpPr/>
          <p:nvPr/>
        </p:nvSpPr>
        <p:spPr>
          <a:xfrm>
            <a:off x="888999" y="3695700"/>
            <a:ext cx="79756" cy="40386"/>
          </a:xfrm>
          <a:prstGeom prst="rect">
            <a:avLst/>
          </a:prstGeom>
          <a:solidFill>
            <a:srgbClr val="37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Rectangle 1570"/>
          <p:cNvSpPr/>
          <p:nvPr/>
        </p:nvSpPr>
        <p:spPr>
          <a:xfrm>
            <a:off x="966470" y="3695700"/>
            <a:ext cx="79756" cy="40386"/>
          </a:xfrm>
          <a:prstGeom prst="rect">
            <a:avLst/>
          </a:prstGeom>
          <a:solidFill>
            <a:srgbClr val="5A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Rectangle 1571"/>
          <p:cNvSpPr/>
          <p:nvPr/>
        </p:nvSpPr>
        <p:spPr>
          <a:xfrm>
            <a:off x="1043940" y="3695700"/>
            <a:ext cx="79756" cy="40386"/>
          </a:xfrm>
          <a:prstGeom prst="rect">
            <a:avLst/>
          </a:prstGeom>
          <a:solidFill>
            <a:srgbClr val="5C7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Rectangle 1572"/>
          <p:cNvSpPr/>
          <p:nvPr/>
        </p:nvSpPr>
        <p:spPr>
          <a:xfrm>
            <a:off x="1121410" y="3695700"/>
            <a:ext cx="79756" cy="40386"/>
          </a:xfrm>
          <a:prstGeom prst="rect">
            <a:avLst/>
          </a:prstGeom>
          <a:solidFill>
            <a:srgbClr val="58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Rectangle 1573"/>
          <p:cNvSpPr/>
          <p:nvPr/>
        </p:nvSpPr>
        <p:spPr>
          <a:xfrm>
            <a:off x="1198879" y="3695700"/>
            <a:ext cx="79756" cy="40386"/>
          </a:xfrm>
          <a:prstGeom prst="rect">
            <a:avLst/>
          </a:prstGeom>
          <a:solidFill>
            <a:srgbClr val="53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Rectangle 1574"/>
          <p:cNvSpPr/>
          <p:nvPr/>
        </p:nvSpPr>
        <p:spPr>
          <a:xfrm>
            <a:off x="1276350" y="3695700"/>
            <a:ext cx="79756" cy="40386"/>
          </a:xfrm>
          <a:prstGeom prst="rect">
            <a:avLst/>
          </a:prstGeom>
          <a:solidFill>
            <a:srgbClr val="4E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Rectangle 1575"/>
          <p:cNvSpPr/>
          <p:nvPr/>
        </p:nvSpPr>
        <p:spPr>
          <a:xfrm>
            <a:off x="1353820" y="3695700"/>
            <a:ext cx="79756" cy="40386"/>
          </a:xfrm>
          <a:prstGeom prst="rect">
            <a:avLst/>
          </a:prstGeom>
          <a:solidFill>
            <a:srgbClr val="48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Rectangle 1576"/>
          <p:cNvSpPr/>
          <p:nvPr/>
        </p:nvSpPr>
        <p:spPr>
          <a:xfrm>
            <a:off x="1431289" y="3695700"/>
            <a:ext cx="79756" cy="40386"/>
          </a:xfrm>
          <a:prstGeom prst="rect">
            <a:avLst/>
          </a:prstGeom>
          <a:solidFill>
            <a:srgbClr val="29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Rectangle 1577"/>
          <p:cNvSpPr/>
          <p:nvPr/>
        </p:nvSpPr>
        <p:spPr>
          <a:xfrm>
            <a:off x="1508760" y="3695700"/>
            <a:ext cx="79756" cy="40386"/>
          </a:xfrm>
          <a:prstGeom prst="rect">
            <a:avLst/>
          </a:prstGeom>
          <a:solidFill>
            <a:srgbClr val="27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Rectangle 1578"/>
          <p:cNvSpPr/>
          <p:nvPr/>
        </p:nvSpPr>
        <p:spPr>
          <a:xfrm>
            <a:off x="1586229" y="3695700"/>
            <a:ext cx="79756" cy="40386"/>
          </a:xfrm>
          <a:prstGeom prst="rect">
            <a:avLst/>
          </a:prstGeom>
          <a:solidFill>
            <a:srgbClr val="5F7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Rectangle 1579"/>
          <p:cNvSpPr/>
          <p:nvPr/>
        </p:nvSpPr>
        <p:spPr>
          <a:xfrm>
            <a:off x="1663700" y="3695700"/>
            <a:ext cx="79756" cy="40386"/>
          </a:xfrm>
          <a:prstGeom prst="rect">
            <a:avLst/>
          </a:prstGeom>
          <a:solidFill>
            <a:srgbClr val="68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Rectangle 1580"/>
          <p:cNvSpPr/>
          <p:nvPr/>
        </p:nvSpPr>
        <p:spPr>
          <a:xfrm>
            <a:off x="1741170" y="3695700"/>
            <a:ext cx="79756" cy="40386"/>
          </a:xfrm>
          <a:prstGeom prst="rect">
            <a:avLst/>
          </a:prstGeom>
          <a:solidFill>
            <a:srgbClr val="39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Rectangle 1581"/>
          <p:cNvSpPr/>
          <p:nvPr/>
        </p:nvSpPr>
        <p:spPr>
          <a:xfrm>
            <a:off x="1818639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Rectangle 1582"/>
          <p:cNvSpPr/>
          <p:nvPr/>
        </p:nvSpPr>
        <p:spPr>
          <a:xfrm>
            <a:off x="189611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Rectangle 1583"/>
          <p:cNvSpPr/>
          <p:nvPr/>
        </p:nvSpPr>
        <p:spPr>
          <a:xfrm>
            <a:off x="197358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Rectangle 1584"/>
          <p:cNvSpPr/>
          <p:nvPr/>
        </p:nvSpPr>
        <p:spPr>
          <a:xfrm>
            <a:off x="2051049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Rectangle 1585"/>
          <p:cNvSpPr/>
          <p:nvPr/>
        </p:nvSpPr>
        <p:spPr>
          <a:xfrm>
            <a:off x="212852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Rectangle 1586"/>
          <p:cNvSpPr/>
          <p:nvPr/>
        </p:nvSpPr>
        <p:spPr>
          <a:xfrm>
            <a:off x="220599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Rectangle 1587"/>
          <p:cNvSpPr/>
          <p:nvPr/>
        </p:nvSpPr>
        <p:spPr>
          <a:xfrm>
            <a:off x="2283459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Rectangle 1588"/>
          <p:cNvSpPr/>
          <p:nvPr/>
        </p:nvSpPr>
        <p:spPr>
          <a:xfrm>
            <a:off x="236093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Rectangle 1589"/>
          <p:cNvSpPr/>
          <p:nvPr/>
        </p:nvSpPr>
        <p:spPr>
          <a:xfrm>
            <a:off x="243840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Rectangle 1590"/>
          <p:cNvSpPr/>
          <p:nvPr/>
        </p:nvSpPr>
        <p:spPr>
          <a:xfrm>
            <a:off x="251587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Rectangle 1591"/>
          <p:cNvSpPr/>
          <p:nvPr/>
        </p:nvSpPr>
        <p:spPr>
          <a:xfrm>
            <a:off x="2593339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Rectangle 1592"/>
          <p:cNvSpPr/>
          <p:nvPr/>
        </p:nvSpPr>
        <p:spPr>
          <a:xfrm>
            <a:off x="267081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Rectangle 1593"/>
          <p:cNvSpPr/>
          <p:nvPr/>
        </p:nvSpPr>
        <p:spPr>
          <a:xfrm>
            <a:off x="274828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Rectangle 1594"/>
          <p:cNvSpPr/>
          <p:nvPr/>
        </p:nvSpPr>
        <p:spPr>
          <a:xfrm>
            <a:off x="282575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Rectangle 1595"/>
          <p:cNvSpPr/>
          <p:nvPr/>
        </p:nvSpPr>
        <p:spPr>
          <a:xfrm>
            <a:off x="290322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Rectangle 1596"/>
          <p:cNvSpPr/>
          <p:nvPr/>
        </p:nvSpPr>
        <p:spPr>
          <a:xfrm>
            <a:off x="298069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Rectangle 1597"/>
          <p:cNvSpPr/>
          <p:nvPr/>
        </p:nvSpPr>
        <p:spPr>
          <a:xfrm>
            <a:off x="3058159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Rectangle 1598"/>
          <p:cNvSpPr/>
          <p:nvPr/>
        </p:nvSpPr>
        <p:spPr>
          <a:xfrm>
            <a:off x="313563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Rectangle 1599"/>
          <p:cNvSpPr/>
          <p:nvPr/>
        </p:nvSpPr>
        <p:spPr>
          <a:xfrm>
            <a:off x="3213100" y="3695700"/>
            <a:ext cx="79756" cy="40386"/>
          </a:xfrm>
          <a:prstGeom prst="rect">
            <a:avLst/>
          </a:prstGeom>
          <a:solidFill>
            <a:srgbClr val="3E5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Rectangle 1600"/>
          <p:cNvSpPr/>
          <p:nvPr/>
        </p:nvSpPr>
        <p:spPr>
          <a:xfrm>
            <a:off x="3290570" y="3695700"/>
            <a:ext cx="79756" cy="40386"/>
          </a:xfrm>
          <a:prstGeom prst="rect">
            <a:avLst/>
          </a:prstGeom>
          <a:solidFill>
            <a:srgbClr val="68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Rectangle 1601"/>
          <p:cNvSpPr/>
          <p:nvPr/>
        </p:nvSpPr>
        <p:spPr>
          <a:xfrm>
            <a:off x="3368040" y="3695700"/>
            <a:ext cx="79756" cy="40386"/>
          </a:xfrm>
          <a:prstGeom prst="rect">
            <a:avLst/>
          </a:prstGeom>
          <a:solidFill>
            <a:srgbClr val="6A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Rectangle 1602"/>
          <p:cNvSpPr/>
          <p:nvPr/>
        </p:nvSpPr>
        <p:spPr>
          <a:xfrm>
            <a:off x="3445510" y="3695700"/>
            <a:ext cx="79756" cy="40386"/>
          </a:xfrm>
          <a:prstGeom prst="rect">
            <a:avLst/>
          </a:prstGeom>
          <a:solidFill>
            <a:srgbClr val="2F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Rectangle 1603"/>
          <p:cNvSpPr/>
          <p:nvPr/>
        </p:nvSpPr>
        <p:spPr>
          <a:xfrm>
            <a:off x="3522979" y="3695700"/>
            <a:ext cx="79756" cy="40386"/>
          </a:xfrm>
          <a:prstGeom prst="rect">
            <a:avLst/>
          </a:prstGeom>
          <a:solidFill>
            <a:srgbClr val="618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Rectangle 1604"/>
          <p:cNvSpPr/>
          <p:nvPr/>
        </p:nvSpPr>
        <p:spPr>
          <a:xfrm>
            <a:off x="3600450" y="3695700"/>
            <a:ext cx="79756" cy="40386"/>
          </a:xfrm>
          <a:prstGeom prst="rect">
            <a:avLst/>
          </a:prstGeom>
          <a:solidFill>
            <a:srgbClr val="7FA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Rectangle 1605"/>
          <p:cNvSpPr/>
          <p:nvPr/>
        </p:nvSpPr>
        <p:spPr>
          <a:xfrm>
            <a:off x="3677920" y="3695700"/>
            <a:ext cx="79756" cy="40386"/>
          </a:xfrm>
          <a:prstGeom prst="rect">
            <a:avLst/>
          </a:prstGeom>
          <a:solidFill>
            <a:srgbClr val="7C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Rectangle 1606"/>
          <p:cNvSpPr/>
          <p:nvPr/>
        </p:nvSpPr>
        <p:spPr>
          <a:xfrm>
            <a:off x="3755390" y="3695700"/>
            <a:ext cx="79756" cy="40386"/>
          </a:xfrm>
          <a:prstGeom prst="rect">
            <a:avLst/>
          </a:prstGeom>
          <a:solidFill>
            <a:srgbClr val="73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Rectangle 1607"/>
          <p:cNvSpPr/>
          <p:nvPr/>
        </p:nvSpPr>
        <p:spPr>
          <a:xfrm>
            <a:off x="3832860" y="3695700"/>
            <a:ext cx="79756" cy="40386"/>
          </a:xfrm>
          <a:prstGeom prst="rect">
            <a:avLst/>
          </a:prstGeom>
          <a:solidFill>
            <a:srgbClr val="678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Rectangle 1608"/>
          <p:cNvSpPr/>
          <p:nvPr/>
        </p:nvSpPr>
        <p:spPr>
          <a:xfrm>
            <a:off x="3910330" y="3695700"/>
            <a:ext cx="79756" cy="40386"/>
          </a:xfrm>
          <a:prstGeom prst="rect">
            <a:avLst/>
          </a:prstGeom>
          <a:solidFill>
            <a:srgbClr val="5C7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Rectangle 1609"/>
          <p:cNvSpPr/>
          <p:nvPr/>
        </p:nvSpPr>
        <p:spPr>
          <a:xfrm>
            <a:off x="3987799" y="3695700"/>
            <a:ext cx="79756" cy="40386"/>
          </a:xfrm>
          <a:prstGeom prst="rect">
            <a:avLst/>
          </a:prstGeom>
          <a:solidFill>
            <a:srgbClr val="51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Rectangle 1610"/>
          <p:cNvSpPr/>
          <p:nvPr/>
        </p:nvSpPr>
        <p:spPr>
          <a:xfrm>
            <a:off x="4065270" y="3695700"/>
            <a:ext cx="79756" cy="40386"/>
          </a:xfrm>
          <a:prstGeom prst="rect">
            <a:avLst/>
          </a:prstGeom>
          <a:solidFill>
            <a:srgbClr val="2A3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Rectangle 1611"/>
          <p:cNvSpPr/>
          <p:nvPr/>
        </p:nvSpPr>
        <p:spPr>
          <a:xfrm>
            <a:off x="4142740" y="3695700"/>
            <a:ext cx="79756" cy="40386"/>
          </a:xfrm>
          <a:prstGeom prst="rect">
            <a:avLst/>
          </a:prstGeom>
          <a:solidFill>
            <a:srgbClr val="2F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Rectangle 1612"/>
          <p:cNvSpPr/>
          <p:nvPr/>
        </p:nvSpPr>
        <p:spPr>
          <a:xfrm>
            <a:off x="4220209" y="3695700"/>
            <a:ext cx="79756" cy="40386"/>
          </a:xfrm>
          <a:prstGeom prst="rect">
            <a:avLst/>
          </a:prstGeom>
          <a:solidFill>
            <a:srgbClr val="5D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Rectangle 1613"/>
          <p:cNvSpPr/>
          <p:nvPr/>
        </p:nvSpPr>
        <p:spPr>
          <a:xfrm>
            <a:off x="4297680" y="3695700"/>
            <a:ext cx="79756" cy="40386"/>
          </a:xfrm>
          <a:prstGeom prst="rect">
            <a:avLst/>
          </a:prstGeom>
          <a:solidFill>
            <a:srgbClr val="6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Rectangle 1614"/>
          <p:cNvSpPr/>
          <p:nvPr/>
        </p:nvSpPr>
        <p:spPr>
          <a:xfrm>
            <a:off x="4375150" y="3695700"/>
            <a:ext cx="79756" cy="40386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Rectangle 1615"/>
          <p:cNvSpPr/>
          <p:nvPr/>
        </p:nvSpPr>
        <p:spPr>
          <a:xfrm>
            <a:off x="4452619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Rectangle 1616"/>
          <p:cNvSpPr/>
          <p:nvPr/>
        </p:nvSpPr>
        <p:spPr>
          <a:xfrm>
            <a:off x="453009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Rectangle 1617"/>
          <p:cNvSpPr/>
          <p:nvPr/>
        </p:nvSpPr>
        <p:spPr>
          <a:xfrm>
            <a:off x="460756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Rectangle 1618"/>
          <p:cNvSpPr/>
          <p:nvPr/>
        </p:nvSpPr>
        <p:spPr>
          <a:xfrm>
            <a:off x="468503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Rectangle 1619"/>
          <p:cNvSpPr/>
          <p:nvPr/>
        </p:nvSpPr>
        <p:spPr>
          <a:xfrm>
            <a:off x="476250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Rectangle 1620"/>
          <p:cNvSpPr/>
          <p:nvPr/>
        </p:nvSpPr>
        <p:spPr>
          <a:xfrm>
            <a:off x="483997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Rectangle 1621"/>
          <p:cNvSpPr/>
          <p:nvPr/>
        </p:nvSpPr>
        <p:spPr>
          <a:xfrm>
            <a:off x="491744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Rectangle 1622"/>
          <p:cNvSpPr/>
          <p:nvPr/>
        </p:nvSpPr>
        <p:spPr>
          <a:xfrm>
            <a:off x="499491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Rectangle 1623"/>
          <p:cNvSpPr/>
          <p:nvPr/>
        </p:nvSpPr>
        <p:spPr>
          <a:xfrm>
            <a:off x="5072379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Rectangle 1624"/>
          <p:cNvSpPr/>
          <p:nvPr/>
        </p:nvSpPr>
        <p:spPr>
          <a:xfrm>
            <a:off x="5149850" y="3695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Rectangle 1625"/>
          <p:cNvSpPr/>
          <p:nvPr/>
        </p:nvSpPr>
        <p:spPr>
          <a:xfrm>
            <a:off x="57912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Rectangle 1626"/>
          <p:cNvSpPr/>
          <p:nvPr/>
        </p:nvSpPr>
        <p:spPr>
          <a:xfrm>
            <a:off x="65659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Rectangle 1627"/>
          <p:cNvSpPr/>
          <p:nvPr/>
        </p:nvSpPr>
        <p:spPr>
          <a:xfrm>
            <a:off x="734059" y="3657600"/>
            <a:ext cx="79756" cy="40386"/>
          </a:xfrm>
          <a:prstGeom prst="rect">
            <a:avLst/>
          </a:prstGeom>
          <a:solidFill>
            <a:srgbClr val="405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Rectangle 1628"/>
          <p:cNvSpPr/>
          <p:nvPr/>
        </p:nvSpPr>
        <p:spPr>
          <a:xfrm>
            <a:off x="811530" y="3657600"/>
            <a:ext cx="79756" cy="40386"/>
          </a:xfrm>
          <a:prstGeom prst="rect">
            <a:avLst/>
          </a:prstGeom>
          <a:solidFill>
            <a:srgbClr val="496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Rectangle 1629"/>
          <p:cNvSpPr/>
          <p:nvPr/>
        </p:nvSpPr>
        <p:spPr>
          <a:xfrm>
            <a:off x="888999" y="3657600"/>
            <a:ext cx="79756" cy="40386"/>
          </a:xfrm>
          <a:prstGeom prst="rect">
            <a:avLst/>
          </a:prstGeom>
          <a:solidFill>
            <a:srgbClr val="36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Rectangle 1630"/>
          <p:cNvSpPr/>
          <p:nvPr/>
        </p:nvSpPr>
        <p:spPr>
          <a:xfrm>
            <a:off x="96647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Rectangle 1631"/>
          <p:cNvSpPr/>
          <p:nvPr/>
        </p:nvSpPr>
        <p:spPr>
          <a:xfrm>
            <a:off x="104394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Rectangle 1632"/>
          <p:cNvSpPr/>
          <p:nvPr/>
        </p:nvSpPr>
        <p:spPr>
          <a:xfrm>
            <a:off x="112141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Rectangle 1633"/>
          <p:cNvSpPr/>
          <p:nvPr/>
        </p:nvSpPr>
        <p:spPr>
          <a:xfrm>
            <a:off x="1198879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Rectangle 1634"/>
          <p:cNvSpPr/>
          <p:nvPr/>
        </p:nvSpPr>
        <p:spPr>
          <a:xfrm>
            <a:off x="127635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Rectangle 1635"/>
          <p:cNvSpPr/>
          <p:nvPr/>
        </p:nvSpPr>
        <p:spPr>
          <a:xfrm>
            <a:off x="135382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Rectangle 1636"/>
          <p:cNvSpPr/>
          <p:nvPr/>
        </p:nvSpPr>
        <p:spPr>
          <a:xfrm>
            <a:off x="1431289" y="3657600"/>
            <a:ext cx="79756" cy="40386"/>
          </a:xfrm>
          <a:prstGeom prst="rect">
            <a:avLst/>
          </a:prstGeom>
          <a:solidFill>
            <a:srgbClr val="354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Rectangle 1637"/>
          <p:cNvSpPr/>
          <p:nvPr/>
        </p:nvSpPr>
        <p:spPr>
          <a:xfrm>
            <a:off x="1508760" y="3657600"/>
            <a:ext cx="79756" cy="40386"/>
          </a:xfrm>
          <a:prstGeom prst="rect">
            <a:avLst/>
          </a:prstGeom>
          <a:solidFill>
            <a:srgbClr val="54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Rectangle 1638"/>
          <p:cNvSpPr/>
          <p:nvPr/>
        </p:nvSpPr>
        <p:spPr>
          <a:xfrm>
            <a:off x="1586229" y="3657600"/>
            <a:ext cx="79756" cy="40386"/>
          </a:xfrm>
          <a:prstGeom prst="rect">
            <a:avLst/>
          </a:prstGeom>
          <a:solidFill>
            <a:srgbClr val="5A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Rectangle 1639"/>
          <p:cNvSpPr/>
          <p:nvPr/>
        </p:nvSpPr>
        <p:spPr>
          <a:xfrm>
            <a:off x="1663700" y="3657600"/>
            <a:ext cx="79756" cy="40386"/>
          </a:xfrm>
          <a:prstGeom prst="rect">
            <a:avLst/>
          </a:prstGeom>
          <a:solidFill>
            <a:srgbClr val="27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Rectangle 1640"/>
          <p:cNvSpPr/>
          <p:nvPr/>
        </p:nvSpPr>
        <p:spPr>
          <a:xfrm>
            <a:off x="174117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Rectangle 1641"/>
          <p:cNvSpPr/>
          <p:nvPr/>
        </p:nvSpPr>
        <p:spPr>
          <a:xfrm>
            <a:off x="1818639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Rectangle 1642"/>
          <p:cNvSpPr/>
          <p:nvPr/>
        </p:nvSpPr>
        <p:spPr>
          <a:xfrm>
            <a:off x="189611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Rectangle 1643"/>
          <p:cNvSpPr/>
          <p:nvPr/>
        </p:nvSpPr>
        <p:spPr>
          <a:xfrm>
            <a:off x="197358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Rectangle 1644"/>
          <p:cNvSpPr/>
          <p:nvPr/>
        </p:nvSpPr>
        <p:spPr>
          <a:xfrm>
            <a:off x="2051049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Rectangle 1645"/>
          <p:cNvSpPr/>
          <p:nvPr/>
        </p:nvSpPr>
        <p:spPr>
          <a:xfrm>
            <a:off x="212852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Rectangle 1646"/>
          <p:cNvSpPr/>
          <p:nvPr/>
        </p:nvSpPr>
        <p:spPr>
          <a:xfrm>
            <a:off x="220599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Rectangle 1647"/>
          <p:cNvSpPr/>
          <p:nvPr/>
        </p:nvSpPr>
        <p:spPr>
          <a:xfrm>
            <a:off x="2283459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Rectangle 1648"/>
          <p:cNvSpPr/>
          <p:nvPr/>
        </p:nvSpPr>
        <p:spPr>
          <a:xfrm>
            <a:off x="236093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Rectangle 1649"/>
          <p:cNvSpPr/>
          <p:nvPr/>
        </p:nvSpPr>
        <p:spPr>
          <a:xfrm>
            <a:off x="243840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Rectangle 1650"/>
          <p:cNvSpPr/>
          <p:nvPr/>
        </p:nvSpPr>
        <p:spPr>
          <a:xfrm>
            <a:off x="251587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Rectangle 1651"/>
          <p:cNvSpPr/>
          <p:nvPr/>
        </p:nvSpPr>
        <p:spPr>
          <a:xfrm>
            <a:off x="2593339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Rectangle 1652"/>
          <p:cNvSpPr/>
          <p:nvPr/>
        </p:nvSpPr>
        <p:spPr>
          <a:xfrm>
            <a:off x="267081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Rectangle 1653"/>
          <p:cNvSpPr/>
          <p:nvPr/>
        </p:nvSpPr>
        <p:spPr>
          <a:xfrm>
            <a:off x="274828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Rectangle 1654"/>
          <p:cNvSpPr/>
          <p:nvPr/>
        </p:nvSpPr>
        <p:spPr>
          <a:xfrm>
            <a:off x="282575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Rectangle 1655"/>
          <p:cNvSpPr/>
          <p:nvPr/>
        </p:nvSpPr>
        <p:spPr>
          <a:xfrm>
            <a:off x="290322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Rectangle 1656"/>
          <p:cNvSpPr/>
          <p:nvPr/>
        </p:nvSpPr>
        <p:spPr>
          <a:xfrm>
            <a:off x="298069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Rectangle 1657"/>
          <p:cNvSpPr/>
          <p:nvPr/>
        </p:nvSpPr>
        <p:spPr>
          <a:xfrm>
            <a:off x="3058159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Rectangle 1658"/>
          <p:cNvSpPr/>
          <p:nvPr/>
        </p:nvSpPr>
        <p:spPr>
          <a:xfrm>
            <a:off x="313563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Rectangle 1659"/>
          <p:cNvSpPr/>
          <p:nvPr/>
        </p:nvSpPr>
        <p:spPr>
          <a:xfrm>
            <a:off x="321310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Rectangle 1660"/>
          <p:cNvSpPr/>
          <p:nvPr/>
        </p:nvSpPr>
        <p:spPr>
          <a:xfrm>
            <a:off x="3290570" y="3657600"/>
            <a:ext cx="79756" cy="40386"/>
          </a:xfrm>
          <a:prstGeom prst="rect">
            <a:avLst/>
          </a:prstGeom>
          <a:solidFill>
            <a:srgbClr val="3A5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Rectangle 1661"/>
          <p:cNvSpPr/>
          <p:nvPr/>
        </p:nvSpPr>
        <p:spPr>
          <a:xfrm>
            <a:off x="3368040" y="3657600"/>
            <a:ext cx="79756" cy="40386"/>
          </a:xfrm>
          <a:prstGeom prst="rect">
            <a:avLst/>
          </a:prstGeom>
          <a:solidFill>
            <a:srgbClr val="729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Rectangle 1662"/>
          <p:cNvSpPr/>
          <p:nvPr/>
        </p:nvSpPr>
        <p:spPr>
          <a:xfrm>
            <a:off x="3445510" y="3657600"/>
            <a:ext cx="79756" cy="40386"/>
          </a:xfrm>
          <a:prstGeom prst="rect">
            <a:avLst/>
          </a:prstGeom>
          <a:solidFill>
            <a:srgbClr val="78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Rectangle 1663"/>
          <p:cNvSpPr/>
          <p:nvPr/>
        </p:nvSpPr>
        <p:spPr>
          <a:xfrm>
            <a:off x="3522979" y="3657600"/>
            <a:ext cx="79756" cy="40386"/>
          </a:xfrm>
          <a:prstGeom prst="rect">
            <a:avLst/>
          </a:prstGeom>
          <a:solidFill>
            <a:srgbClr val="55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Rectangle 1664"/>
          <p:cNvSpPr/>
          <p:nvPr/>
        </p:nvSpPr>
        <p:spPr>
          <a:xfrm>
            <a:off x="3600450" y="3657600"/>
            <a:ext cx="79756" cy="40386"/>
          </a:xfrm>
          <a:prstGeom prst="rect">
            <a:avLst/>
          </a:prstGeom>
          <a:solidFill>
            <a:srgbClr val="20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Rectangle 1665"/>
          <p:cNvSpPr/>
          <p:nvPr/>
        </p:nvSpPr>
        <p:spPr>
          <a:xfrm>
            <a:off x="3677920" y="3657600"/>
            <a:ext cx="79756" cy="40386"/>
          </a:xfrm>
          <a:prstGeom prst="rect">
            <a:avLst/>
          </a:prstGeom>
          <a:solidFill>
            <a:srgbClr val="1D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Rectangle 1666"/>
          <p:cNvSpPr/>
          <p:nvPr/>
        </p:nvSpPr>
        <p:spPr>
          <a:xfrm>
            <a:off x="3755390" y="3657600"/>
            <a:ext cx="79756" cy="40386"/>
          </a:xfrm>
          <a:prstGeom prst="rect">
            <a:avLst/>
          </a:prstGeom>
          <a:solidFill>
            <a:srgbClr val="1F2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Rectangle 1667"/>
          <p:cNvSpPr/>
          <p:nvPr/>
        </p:nvSpPr>
        <p:spPr>
          <a:xfrm>
            <a:off x="3832860" y="3657600"/>
            <a:ext cx="79756" cy="40386"/>
          </a:xfrm>
          <a:prstGeom prst="rect">
            <a:avLst/>
          </a:prstGeom>
          <a:solidFill>
            <a:srgbClr val="22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Rectangle 1668"/>
          <p:cNvSpPr/>
          <p:nvPr/>
        </p:nvSpPr>
        <p:spPr>
          <a:xfrm>
            <a:off x="391033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Rectangle 1669"/>
          <p:cNvSpPr/>
          <p:nvPr/>
        </p:nvSpPr>
        <p:spPr>
          <a:xfrm>
            <a:off x="3987799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Rectangle 1670"/>
          <p:cNvSpPr/>
          <p:nvPr/>
        </p:nvSpPr>
        <p:spPr>
          <a:xfrm>
            <a:off x="4065270" y="3657600"/>
            <a:ext cx="79756" cy="40386"/>
          </a:xfrm>
          <a:prstGeom prst="rect">
            <a:avLst/>
          </a:prstGeom>
          <a:solidFill>
            <a:srgbClr val="405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Rectangle 1671"/>
          <p:cNvSpPr/>
          <p:nvPr/>
        </p:nvSpPr>
        <p:spPr>
          <a:xfrm>
            <a:off x="4142740" y="3657600"/>
            <a:ext cx="79756" cy="40386"/>
          </a:xfrm>
          <a:prstGeom prst="rect">
            <a:avLst/>
          </a:prstGeom>
          <a:solidFill>
            <a:srgbClr val="577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Rectangle 1672"/>
          <p:cNvSpPr/>
          <p:nvPr/>
        </p:nvSpPr>
        <p:spPr>
          <a:xfrm>
            <a:off x="4220209" y="3657600"/>
            <a:ext cx="79756" cy="40386"/>
          </a:xfrm>
          <a:prstGeom prst="rect">
            <a:avLst/>
          </a:prstGeom>
          <a:solidFill>
            <a:srgbClr val="54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Rectangle 1673"/>
          <p:cNvSpPr/>
          <p:nvPr/>
        </p:nvSpPr>
        <p:spPr>
          <a:xfrm>
            <a:off x="4297680" y="3657600"/>
            <a:ext cx="79756" cy="40386"/>
          </a:xfrm>
          <a:prstGeom prst="rect">
            <a:avLst/>
          </a:prstGeom>
          <a:solidFill>
            <a:srgbClr val="1E2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Rectangle 1674"/>
          <p:cNvSpPr/>
          <p:nvPr/>
        </p:nvSpPr>
        <p:spPr>
          <a:xfrm>
            <a:off x="437515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Rectangle 1675"/>
          <p:cNvSpPr/>
          <p:nvPr/>
        </p:nvSpPr>
        <p:spPr>
          <a:xfrm>
            <a:off x="4452619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Rectangle 1676"/>
          <p:cNvSpPr/>
          <p:nvPr/>
        </p:nvSpPr>
        <p:spPr>
          <a:xfrm>
            <a:off x="453009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Rectangle 1677"/>
          <p:cNvSpPr/>
          <p:nvPr/>
        </p:nvSpPr>
        <p:spPr>
          <a:xfrm>
            <a:off x="460756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Rectangle 1678"/>
          <p:cNvSpPr/>
          <p:nvPr/>
        </p:nvSpPr>
        <p:spPr>
          <a:xfrm>
            <a:off x="468503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Rectangle 1679"/>
          <p:cNvSpPr/>
          <p:nvPr/>
        </p:nvSpPr>
        <p:spPr>
          <a:xfrm>
            <a:off x="476250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Rectangle 1680"/>
          <p:cNvSpPr/>
          <p:nvPr/>
        </p:nvSpPr>
        <p:spPr>
          <a:xfrm>
            <a:off x="483997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Rectangle 1681"/>
          <p:cNvSpPr/>
          <p:nvPr/>
        </p:nvSpPr>
        <p:spPr>
          <a:xfrm>
            <a:off x="491744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Rectangle 1682"/>
          <p:cNvSpPr/>
          <p:nvPr/>
        </p:nvSpPr>
        <p:spPr>
          <a:xfrm>
            <a:off x="499491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Rectangle 1683"/>
          <p:cNvSpPr/>
          <p:nvPr/>
        </p:nvSpPr>
        <p:spPr>
          <a:xfrm>
            <a:off x="5072379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Rectangle 1684"/>
          <p:cNvSpPr/>
          <p:nvPr/>
        </p:nvSpPr>
        <p:spPr>
          <a:xfrm>
            <a:off x="5149850" y="3657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Rectangle 1685"/>
          <p:cNvSpPr/>
          <p:nvPr/>
        </p:nvSpPr>
        <p:spPr>
          <a:xfrm>
            <a:off x="57912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Rectangle 1686"/>
          <p:cNvSpPr/>
          <p:nvPr/>
        </p:nvSpPr>
        <p:spPr>
          <a:xfrm>
            <a:off x="65659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Rectangle 1687"/>
          <p:cNvSpPr/>
          <p:nvPr/>
        </p:nvSpPr>
        <p:spPr>
          <a:xfrm>
            <a:off x="734059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Rectangle 1688"/>
          <p:cNvSpPr/>
          <p:nvPr/>
        </p:nvSpPr>
        <p:spPr>
          <a:xfrm>
            <a:off x="811530" y="3619500"/>
            <a:ext cx="79756" cy="40386"/>
          </a:xfrm>
          <a:prstGeom prst="rect">
            <a:avLst/>
          </a:prstGeom>
          <a:solidFill>
            <a:srgbClr val="3A5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Rectangle 1689"/>
          <p:cNvSpPr/>
          <p:nvPr/>
        </p:nvSpPr>
        <p:spPr>
          <a:xfrm>
            <a:off x="888999" y="3619500"/>
            <a:ext cx="79756" cy="40386"/>
          </a:xfrm>
          <a:prstGeom prst="rect">
            <a:avLst/>
          </a:prstGeom>
          <a:solidFill>
            <a:srgbClr val="526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Rectangle 1690"/>
          <p:cNvSpPr/>
          <p:nvPr/>
        </p:nvSpPr>
        <p:spPr>
          <a:xfrm>
            <a:off x="966470" y="3619500"/>
            <a:ext cx="79756" cy="40386"/>
          </a:xfrm>
          <a:prstGeom prst="rect">
            <a:avLst/>
          </a:prstGeom>
          <a:solidFill>
            <a:srgbClr val="56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Rectangle 1691"/>
          <p:cNvSpPr/>
          <p:nvPr/>
        </p:nvSpPr>
        <p:spPr>
          <a:xfrm>
            <a:off x="1043940" y="3619500"/>
            <a:ext cx="79756" cy="40386"/>
          </a:xfrm>
          <a:prstGeom prst="rect">
            <a:avLst/>
          </a:prstGeom>
          <a:solidFill>
            <a:srgbClr val="5A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Rectangle 1692"/>
          <p:cNvSpPr/>
          <p:nvPr/>
        </p:nvSpPr>
        <p:spPr>
          <a:xfrm>
            <a:off x="1121410" y="3619500"/>
            <a:ext cx="79756" cy="40386"/>
          </a:xfrm>
          <a:prstGeom prst="rect">
            <a:avLst/>
          </a:prstGeom>
          <a:solidFill>
            <a:srgbClr val="516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Rectangle 1693"/>
          <p:cNvSpPr/>
          <p:nvPr/>
        </p:nvSpPr>
        <p:spPr>
          <a:xfrm>
            <a:off x="1198879" y="3619500"/>
            <a:ext cx="79756" cy="40386"/>
          </a:xfrm>
          <a:prstGeom prst="rect">
            <a:avLst/>
          </a:prstGeom>
          <a:solidFill>
            <a:srgbClr val="4C6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Rectangle 1694"/>
          <p:cNvSpPr/>
          <p:nvPr/>
        </p:nvSpPr>
        <p:spPr>
          <a:xfrm>
            <a:off x="1276350" y="3619500"/>
            <a:ext cx="79756" cy="40386"/>
          </a:xfrm>
          <a:prstGeom prst="rect">
            <a:avLst/>
          </a:prstGeom>
          <a:solidFill>
            <a:srgbClr val="4B6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Rectangle 1695"/>
          <p:cNvSpPr/>
          <p:nvPr/>
        </p:nvSpPr>
        <p:spPr>
          <a:xfrm>
            <a:off x="1353820" y="3619500"/>
            <a:ext cx="79756" cy="40386"/>
          </a:xfrm>
          <a:prstGeom prst="rect">
            <a:avLst/>
          </a:prstGeom>
          <a:solidFill>
            <a:srgbClr val="44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Rectangle 1696"/>
          <p:cNvSpPr/>
          <p:nvPr/>
        </p:nvSpPr>
        <p:spPr>
          <a:xfrm>
            <a:off x="1431289" y="3619500"/>
            <a:ext cx="79756" cy="40386"/>
          </a:xfrm>
          <a:prstGeom prst="rect">
            <a:avLst/>
          </a:prstGeom>
          <a:solidFill>
            <a:srgbClr val="48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Rectangle 1697"/>
          <p:cNvSpPr/>
          <p:nvPr/>
        </p:nvSpPr>
        <p:spPr>
          <a:xfrm>
            <a:off x="1508760" y="3619500"/>
            <a:ext cx="79756" cy="40386"/>
          </a:xfrm>
          <a:prstGeom prst="rect">
            <a:avLst/>
          </a:prstGeom>
          <a:solidFill>
            <a:srgbClr val="3A5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Rectangle 1698"/>
          <p:cNvSpPr/>
          <p:nvPr/>
        </p:nvSpPr>
        <p:spPr>
          <a:xfrm>
            <a:off x="1586229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Rectangle 1699"/>
          <p:cNvSpPr/>
          <p:nvPr/>
        </p:nvSpPr>
        <p:spPr>
          <a:xfrm>
            <a:off x="166370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Rectangle 1700"/>
          <p:cNvSpPr/>
          <p:nvPr/>
        </p:nvSpPr>
        <p:spPr>
          <a:xfrm>
            <a:off x="174117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Rectangle 1701"/>
          <p:cNvSpPr/>
          <p:nvPr/>
        </p:nvSpPr>
        <p:spPr>
          <a:xfrm>
            <a:off x="1818639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Rectangle 1702"/>
          <p:cNvSpPr/>
          <p:nvPr/>
        </p:nvSpPr>
        <p:spPr>
          <a:xfrm>
            <a:off x="189611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Rectangle 1703"/>
          <p:cNvSpPr/>
          <p:nvPr/>
        </p:nvSpPr>
        <p:spPr>
          <a:xfrm>
            <a:off x="197358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Rectangle 1704"/>
          <p:cNvSpPr/>
          <p:nvPr/>
        </p:nvSpPr>
        <p:spPr>
          <a:xfrm>
            <a:off x="2051049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Rectangle 1705"/>
          <p:cNvSpPr/>
          <p:nvPr/>
        </p:nvSpPr>
        <p:spPr>
          <a:xfrm>
            <a:off x="212852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Rectangle 1706"/>
          <p:cNvSpPr/>
          <p:nvPr/>
        </p:nvSpPr>
        <p:spPr>
          <a:xfrm>
            <a:off x="220599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Rectangle 1707"/>
          <p:cNvSpPr/>
          <p:nvPr/>
        </p:nvSpPr>
        <p:spPr>
          <a:xfrm>
            <a:off x="2283459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Rectangle 1708"/>
          <p:cNvSpPr/>
          <p:nvPr/>
        </p:nvSpPr>
        <p:spPr>
          <a:xfrm>
            <a:off x="236093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Rectangle 1709"/>
          <p:cNvSpPr/>
          <p:nvPr/>
        </p:nvSpPr>
        <p:spPr>
          <a:xfrm>
            <a:off x="243840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Rectangle 1710"/>
          <p:cNvSpPr/>
          <p:nvPr/>
        </p:nvSpPr>
        <p:spPr>
          <a:xfrm>
            <a:off x="251587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Rectangle 1711"/>
          <p:cNvSpPr/>
          <p:nvPr/>
        </p:nvSpPr>
        <p:spPr>
          <a:xfrm>
            <a:off x="2593339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Rectangle 1712"/>
          <p:cNvSpPr/>
          <p:nvPr/>
        </p:nvSpPr>
        <p:spPr>
          <a:xfrm>
            <a:off x="267081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Rectangle 1713"/>
          <p:cNvSpPr/>
          <p:nvPr/>
        </p:nvSpPr>
        <p:spPr>
          <a:xfrm>
            <a:off x="274828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Rectangle 1714"/>
          <p:cNvSpPr/>
          <p:nvPr/>
        </p:nvSpPr>
        <p:spPr>
          <a:xfrm>
            <a:off x="282575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Rectangle 1715"/>
          <p:cNvSpPr/>
          <p:nvPr/>
        </p:nvSpPr>
        <p:spPr>
          <a:xfrm>
            <a:off x="290322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Rectangle 1716"/>
          <p:cNvSpPr/>
          <p:nvPr/>
        </p:nvSpPr>
        <p:spPr>
          <a:xfrm>
            <a:off x="298069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Rectangle 1717"/>
          <p:cNvSpPr/>
          <p:nvPr/>
        </p:nvSpPr>
        <p:spPr>
          <a:xfrm>
            <a:off x="3058159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Rectangle 1718"/>
          <p:cNvSpPr/>
          <p:nvPr/>
        </p:nvSpPr>
        <p:spPr>
          <a:xfrm>
            <a:off x="313563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Rectangle 1719"/>
          <p:cNvSpPr/>
          <p:nvPr/>
        </p:nvSpPr>
        <p:spPr>
          <a:xfrm>
            <a:off x="321310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Rectangle 1720"/>
          <p:cNvSpPr/>
          <p:nvPr/>
        </p:nvSpPr>
        <p:spPr>
          <a:xfrm>
            <a:off x="329057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Rectangle 1721"/>
          <p:cNvSpPr/>
          <p:nvPr/>
        </p:nvSpPr>
        <p:spPr>
          <a:xfrm>
            <a:off x="3368040" y="3619500"/>
            <a:ext cx="79756" cy="40386"/>
          </a:xfrm>
          <a:prstGeom prst="rect">
            <a:avLst/>
          </a:prstGeom>
          <a:solidFill>
            <a:srgbClr val="2B3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Rectangle 1722"/>
          <p:cNvSpPr/>
          <p:nvPr/>
        </p:nvSpPr>
        <p:spPr>
          <a:xfrm>
            <a:off x="3445510" y="3619500"/>
            <a:ext cx="79756" cy="40386"/>
          </a:xfrm>
          <a:prstGeom prst="rect">
            <a:avLst/>
          </a:prstGeom>
          <a:solidFill>
            <a:srgbClr val="6A8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Rectangle 1723"/>
          <p:cNvSpPr/>
          <p:nvPr/>
        </p:nvSpPr>
        <p:spPr>
          <a:xfrm>
            <a:off x="3522979" y="3619500"/>
            <a:ext cx="79756" cy="40386"/>
          </a:xfrm>
          <a:prstGeom prst="rect">
            <a:avLst/>
          </a:prstGeom>
          <a:solidFill>
            <a:srgbClr val="7C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Rectangle 1724"/>
          <p:cNvSpPr/>
          <p:nvPr/>
        </p:nvSpPr>
        <p:spPr>
          <a:xfrm>
            <a:off x="3600450" y="3619500"/>
            <a:ext cx="79756" cy="40386"/>
          </a:xfrm>
          <a:prstGeom prst="rect">
            <a:avLst/>
          </a:prstGeom>
          <a:solidFill>
            <a:srgbClr val="7D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Rectangle 1725"/>
          <p:cNvSpPr/>
          <p:nvPr/>
        </p:nvSpPr>
        <p:spPr>
          <a:xfrm>
            <a:off x="3677920" y="3619500"/>
            <a:ext cx="79756" cy="40386"/>
          </a:xfrm>
          <a:prstGeom prst="rect">
            <a:avLst/>
          </a:prstGeom>
          <a:solidFill>
            <a:srgbClr val="799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Rectangle 1726"/>
          <p:cNvSpPr/>
          <p:nvPr/>
        </p:nvSpPr>
        <p:spPr>
          <a:xfrm>
            <a:off x="3755390" y="3619500"/>
            <a:ext cx="79756" cy="40386"/>
          </a:xfrm>
          <a:prstGeom prst="rect">
            <a:avLst/>
          </a:prstGeom>
          <a:solidFill>
            <a:srgbClr val="6A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Rectangle 1727"/>
          <p:cNvSpPr/>
          <p:nvPr/>
        </p:nvSpPr>
        <p:spPr>
          <a:xfrm>
            <a:off x="3832860" y="3619500"/>
            <a:ext cx="79756" cy="40386"/>
          </a:xfrm>
          <a:prstGeom prst="rect">
            <a:avLst/>
          </a:prstGeom>
          <a:solidFill>
            <a:srgbClr val="618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Rectangle 1728"/>
          <p:cNvSpPr/>
          <p:nvPr/>
        </p:nvSpPr>
        <p:spPr>
          <a:xfrm>
            <a:off x="3910330" y="3619500"/>
            <a:ext cx="79756" cy="40386"/>
          </a:xfrm>
          <a:prstGeom prst="rect">
            <a:avLst/>
          </a:prstGeom>
          <a:solidFill>
            <a:srgbClr val="5A7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Rectangle 1729"/>
          <p:cNvSpPr/>
          <p:nvPr/>
        </p:nvSpPr>
        <p:spPr>
          <a:xfrm>
            <a:off x="3987799" y="3619500"/>
            <a:ext cx="79756" cy="40386"/>
          </a:xfrm>
          <a:prstGeom prst="rect">
            <a:avLst/>
          </a:prstGeom>
          <a:solidFill>
            <a:srgbClr val="4D6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Rectangle 1730"/>
          <p:cNvSpPr/>
          <p:nvPr/>
        </p:nvSpPr>
        <p:spPr>
          <a:xfrm>
            <a:off x="4065270" y="3619500"/>
            <a:ext cx="79756" cy="40386"/>
          </a:xfrm>
          <a:prstGeom prst="rect">
            <a:avLst/>
          </a:prstGeom>
          <a:solidFill>
            <a:srgbClr val="4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Rectangle 1731"/>
          <p:cNvSpPr/>
          <p:nvPr/>
        </p:nvSpPr>
        <p:spPr>
          <a:xfrm>
            <a:off x="4142740" y="3619500"/>
            <a:ext cx="79756" cy="40386"/>
          </a:xfrm>
          <a:prstGeom prst="rect">
            <a:avLst/>
          </a:prstGeom>
          <a:solidFill>
            <a:srgbClr val="374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Rectangle 1732"/>
          <p:cNvSpPr/>
          <p:nvPr/>
        </p:nvSpPr>
        <p:spPr>
          <a:xfrm>
            <a:off x="4220209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Rectangle 1733"/>
          <p:cNvSpPr/>
          <p:nvPr/>
        </p:nvSpPr>
        <p:spPr>
          <a:xfrm>
            <a:off x="429768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Rectangle 1734"/>
          <p:cNvSpPr/>
          <p:nvPr/>
        </p:nvSpPr>
        <p:spPr>
          <a:xfrm>
            <a:off x="437515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Rectangle 1735"/>
          <p:cNvSpPr/>
          <p:nvPr/>
        </p:nvSpPr>
        <p:spPr>
          <a:xfrm>
            <a:off x="4452619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Rectangle 1736"/>
          <p:cNvSpPr/>
          <p:nvPr/>
        </p:nvSpPr>
        <p:spPr>
          <a:xfrm>
            <a:off x="453009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Rectangle 1737"/>
          <p:cNvSpPr/>
          <p:nvPr/>
        </p:nvSpPr>
        <p:spPr>
          <a:xfrm>
            <a:off x="460756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Rectangle 1738"/>
          <p:cNvSpPr/>
          <p:nvPr/>
        </p:nvSpPr>
        <p:spPr>
          <a:xfrm>
            <a:off x="468503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Rectangle 1739"/>
          <p:cNvSpPr/>
          <p:nvPr/>
        </p:nvSpPr>
        <p:spPr>
          <a:xfrm>
            <a:off x="476250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Rectangle 1740"/>
          <p:cNvSpPr/>
          <p:nvPr/>
        </p:nvSpPr>
        <p:spPr>
          <a:xfrm>
            <a:off x="483997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Rectangle 1741"/>
          <p:cNvSpPr/>
          <p:nvPr/>
        </p:nvSpPr>
        <p:spPr>
          <a:xfrm>
            <a:off x="491744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Rectangle 1742"/>
          <p:cNvSpPr/>
          <p:nvPr/>
        </p:nvSpPr>
        <p:spPr>
          <a:xfrm>
            <a:off x="499491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Rectangle 1743"/>
          <p:cNvSpPr/>
          <p:nvPr/>
        </p:nvSpPr>
        <p:spPr>
          <a:xfrm>
            <a:off x="5072379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Rectangle 1744"/>
          <p:cNvSpPr/>
          <p:nvPr/>
        </p:nvSpPr>
        <p:spPr>
          <a:xfrm>
            <a:off x="5149850" y="36195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Rectangle 1745"/>
          <p:cNvSpPr/>
          <p:nvPr/>
        </p:nvSpPr>
        <p:spPr>
          <a:xfrm>
            <a:off x="57912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Rectangle 1746"/>
          <p:cNvSpPr/>
          <p:nvPr/>
        </p:nvSpPr>
        <p:spPr>
          <a:xfrm>
            <a:off x="65659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Rectangle 1747"/>
          <p:cNvSpPr/>
          <p:nvPr/>
        </p:nvSpPr>
        <p:spPr>
          <a:xfrm>
            <a:off x="734059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Rectangle 1748"/>
          <p:cNvSpPr/>
          <p:nvPr/>
        </p:nvSpPr>
        <p:spPr>
          <a:xfrm>
            <a:off x="81153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Rectangle 1749"/>
          <p:cNvSpPr/>
          <p:nvPr/>
        </p:nvSpPr>
        <p:spPr>
          <a:xfrm>
            <a:off x="888999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Rectangle 1750"/>
          <p:cNvSpPr/>
          <p:nvPr/>
        </p:nvSpPr>
        <p:spPr>
          <a:xfrm>
            <a:off x="966470" y="3581400"/>
            <a:ext cx="79756" cy="40386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Rectangle 1751"/>
          <p:cNvSpPr/>
          <p:nvPr/>
        </p:nvSpPr>
        <p:spPr>
          <a:xfrm>
            <a:off x="1043940" y="3581400"/>
            <a:ext cx="79756" cy="40386"/>
          </a:xfrm>
          <a:prstGeom prst="rect">
            <a:avLst/>
          </a:prstGeom>
          <a:solidFill>
            <a:srgbClr val="4C6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Rectangle 1752"/>
          <p:cNvSpPr/>
          <p:nvPr/>
        </p:nvSpPr>
        <p:spPr>
          <a:xfrm>
            <a:off x="1121410" y="3581400"/>
            <a:ext cx="79756" cy="40386"/>
          </a:xfrm>
          <a:prstGeom prst="rect">
            <a:avLst/>
          </a:prstGeom>
          <a:solidFill>
            <a:srgbClr val="577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Rectangle 1753"/>
          <p:cNvSpPr/>
          <p:nvPr/>
        </p:nvSpPr>
        <p:spPr>
          <a:xfrm>
            <a:off x="1198879" y="3581400"/>
            <a:ext cx="79756" cy="40386"/>
          </a:xfrm>
          <a:prstGeom prst="rect">
            <a:avLst/>
          </a:prstGeom>
          <a:solidFill>
            <a:srgbClr val="526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Rectangle 1754"/>
          <p:cNvSpPr/>
          <p:nvPr/>
        </p:nvSpPr>
        <p:spPr>
          <a:xfrm>
            <a:off x="1276350" y="3581400"/>
            <a:ext cx="79756" cy="40386"/>
          </a:xfrm>
          <a:prstGeom prst="rect">
            <a:avLst/>
          </a:prstGeom>
          <a:solidFill>
            <a:srgbClr val="3F5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Rectangle 1755"/>
          <p:cNvSpPr/>
          <p:nvPr/>
        </p:nvSpPr>
        <p:spPr>
          <a:xfrm>
            <a:off x="1353820" y="3581400"/>
            <a:ext cx="79756" cy="40386"/>
          </a:xfrm>
          <a:prstGeom prst="rect">
            <a:avLst/>
          </a:prstGeom>
          <a:solidFill>
            <a:srgbClr val="1E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Rectangle 1756"/>
          <p:cNvSpPr/>
          <p:nvPr/>
        </p:nvSpPr>
        <p:spPr>
          <a:xfrm>
            <a:off x="1431289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Rectangle 1757"/>
          <p:cNvSpPr/>
          <p:nvPr/>
        </p:nvSpPr>
        <p:spPr>
          <a:xfrm>
            <a:off x="150876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Rectangle 1758"/>
          <p:cNvSpPr/>
          <p:nvPr/>
        </p:nvSpPr>
        <p:spPr>
          <a:xfrm>
            <a:off x="1586229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Rectangle 1759"/>
          <p:cNvSpPr/>
          <p:nvPr/>
        </p:nvSpPr>
        <p:spPr>
          <a:xfrm>
            <a:off x="166370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Rectangle 1760"/>
          <p:cNvSpPr/>
          <p:nvPr/>
        </p:nvSpPr>
        <p:spPr>
          <a:xfrm>
            <a:off x="174117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Rectangle 1761"/>
          <p:cNvSpPr/>
          <p:nvPr/>
        </p:nvSpPr>
        <p:spPr>
          <a:xfrm>
            <a:off x="1818639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Rectangle 1762"/>
          <p:cNvSpPr/>
          <p:nvPr/>
        </p:nvSpPr>
        <p:spPr>
          <a:xfrm>
            <a:off x="189611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Rectangle 1763"/>
          <p:cNvSpPr/>
          <p:nvPr/>
        </p:nvSpPr>
        <p:spPr>
          <a:xfrm>
            <a:off x="197358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Rectangle 1764"/>
          <p:cNvSpPr/>
          <p:nvPr/>
        </p:nvSpPr>
        <p:spPr>
          <a:xfrm>
            <a:off x="2051049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Rectangle 1765"/>
          <p:cNvSpPr/>
          <p:nvPr/>
        </p:nvSpPr>
        <p:spPr>
          <a:xfrm>
            <a:off x="212852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Rectangle 1766"/>
          <p:cNvSpPr/>
          <p:nvPr/>
        </p:nvSpPr>
        <p:spPr>
          <a:xfrm>
            <a:off x="220599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Rectangle 1767"/>
          <p:cNvSpPr/>
          <p:nvPr/>
        </p:nvSpPr>
        <p:spPr>
          <a:xfrm>
            <a:off x="2283459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Rectangle 1768"/>
          <p:cNvSpPr/>
          <p:nvPr/>
        </p:nvSpPr>
        <p:spPr>
          <a:xfrm>
            <a:off x="236093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Rectangle 1769"/>
          <p:cNvSpPr/>
          <p:nvPr/>
        </p:nvSpPr>
        <p:spPr>
          <a:xfrm>
            <a:off x="243840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Rectangle 1770"/>
          <p:cNvSpPr/>
          <p:nvPr/>
        </p:nvSpPr>
        <p:spPr>
          <a:xfrm>
            <a:off x="251587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Rectangle 1771"/>
          <p:cNvSpPr/>
          <p:nvPr/>
        </p:nvSpPr>
        <p:spPr>
          <a:xfrm>
            <a:off x="2593339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Rectangle 1772"/>
          <p:cNvSpPr/>
          <p:nvPr/>
        </p:nvSpPr>
        <p:spPr>
          <a:xfrm>
            <a:off x="267081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Rectangle 1773"/>
          <p:cNvSpPr/>
          <p:nvPr/>
        </p:nvSpPr>
        <p:spPr>
          <a:xfrm>
            <a:off x="274828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Rectangle 1774"/>
          <p:cNvSpPr/>
          <p:nvPr/>
        </p:nvSpPr>
        <p:spPr>
          <a:xfrm>
            <a:off x="282575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Rectangle 1775"/>
          <p:cNvSpPr/>
          <p:nvPr/>
        </p:nvSpPr>
        <p:spPr>
          <a:xfrm>
            <a:off x="290322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Rectangle 1776"/>
          <p:cNvSpPr/>
          <p:nvPr/>
        </p:nvSpPr>
        <p:spPr>
          <a:xfrm>
            <a:off x="298069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Rectangle 1777"/>
          <p:cNvSpPr/>
          <p:nvPr/>
        </p:nvSpPr>
        <p:spPr>
          <a:xfrm>
            <a:off x="3058159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Rectangle 1778"/>
          <p:cNvSpPr/>
          <p:nvPr/>
        </p:nvSpPr>
        <p:spPr>
          <a:xfrm>
            <a:off x="313563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Rectangle 1779"/>
          <p:cNvSpPr/>
          <p:nvPr/>
        </p:nvSpPr>
        <p:spPr>
          <a:xfrm>
            <a:off x="321310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Rectangle 1780"/>
          <p:cNvSpPr/>
          <p:nvPr/>
        </p:nvSpPr>
        <p:spPr>
          <a:xfrm>
            <a:off x="329057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Rectangle 1781"/>
          <p:cNvSpPr/>
          <p:nvPr/>
        </p:nvSpPr>
        <p:spPr>
          <a:xfrm>
            <a:off x="336804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Rectangle 1782"/>
          <p:cNvSpPr/>
          <p:nvPr/>
        </p:nvSpPr>
        <p:spPr>
          <a:xfrm>
            <a:off x="344551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Rectangle 1783"/>
          <p:cNvSpPr/>
          <p:nvPr/>
        </p:nvSpPr>
        <p:spPr>
          <a:xfrm>
            <a:off x="3522979" y="3581400"/>
            <a:ext cx="79756" cy="40386"/>
          </a:xfrm>
          <a:prstGeom prst="rect">
            <a:avLst/>
          </a:prstGeom>
          <a:solidFill>
            <a:srgbClr val="243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Rectangle 1784"/>
          <p:cNvSpPr/>
          <p:nvPr/>
        </p:nvSpPr>
        <p:spPr>
          <a:xfrm>
            <a:off x="3600450" y="3581400"/>
            <a:ext cx="79756" cy="40386"/>
          </a:xfrm>
          <a:prstGeom prst="rect">
            <a:avLst/>
          </a:prstGeom>
          <a:solidFill>
            <a:srgbClr val="4A6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Rectangle 1785"/>
          <p:cNvSpPr/>
          <p:nvPr/>
        </p:nvSpPr>
        <p:spPr>
          <a:xfrm>
            <a:off x="3677920" y="3581400"/>
            <a:ext cx="79756" cy="40386"/>
          </a:xfrm>
          <a:prstGeom prst="rect">
            <a:avLst/>
          </a:prstGeom>
          <a:solidFill>
            <a:srgbClr val="6D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Rectangle 1786"/>
          <p:cNvSpPr/>
          <p:nvPr/>
        </p:nvSpPr>
        <p:spPr>
          <a:xfrm>
            <a:off x="3755390" y="3581400"/>
            <a:ext cx="79756" cy="40386"/>
          </a:xfrm>
          <a:prstGeom prst="rect">
            <a:avLst/>
          </a:prstGeom>
          <a:solidFill>
            <a:srgbClr val="719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Rectangle 1787"/>
          <p:cNvSpPr/>
          <p:nvPr/>
        </p:nvSpPr>
        <p:spPr>
          <a:xfrm>
            <a:off x="3832860" y="3581400"/>
            <a:ext cx="79756" cy="40386"/>
          </a:xfrm>
          <a:prstGeom prst="rect">
            <a:avLst/>
          </a:prstGeom>
          <a:solidFill>
            <a:srgbClr val="6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Rectangle 1788"/>
          <p:cNvSpPr/>
          <p:nvPr/>
        </p:nvSpPr>
        <p:spPr>
          <a:xfrm>
            <a:off x="3910330" y="3581400"/>
            <a:ext cx="79756" cy="40386"/>
          </a:xfrm>
          <a:prstGeom prst="rect">
            <a:avLst/>
          </a:prstGeom>
          <a:solidFill>
            <a:srgbClr val="4A6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Rectangle 1789"/>
          <p:cNvSpPr/>
          <p:nvPr/>
        </p:nvSpPr>
        <p:spPr>
          <a:xfrm>
            <a:off x="3987799" y="3581400"/>
            <a:ext cx="79756" cy="40386"/>
          </a:xfrm>
          <a:prstGeom prst="rect">
            <a:avLst/>
          </a:prstGeom>
          <a:solidFill>
            <a:srgbClr val="213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Rectangle 1790"/>
          <p:cNvSpPr/>
          <p:nvPr/>
        </p:nvSpPr>
        <p:spPr>
          <a:xfrm>
            <a:off x="406527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Rectangle 1791"/>
          <p:cNvSpPr/>
          <p:nvPr/>
        </p:nvSpPr>
        <p:spPr>
          <a:xfrm>
            <a:off x="414274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Rectangle 1792"/>
          <p:cNvSpPr/>
          <p:nvPr/>
        </p:nvSpPr>
        <p:spPr>
          <a:xfrm>
            <a:off x="4220209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Rectangle 1793"/>
          <p:cNvSpPr/>
          <p:nvPr/>
        </p:nvSpPr>
        <p:spPr>
          <a:xfrm>
            <a:off x="429768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Rectangle 1794"/>
          <p:cNvSpPr/>
          <p:nvPr/>
        </p:nvSpPr>
        <p:spPr>
          <a:xfrm>
            <a:off x="437515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Rectangle 1795"/>
          <p:cNvSpPr/>
          <p:nvPr/>
        </p:nvSpPr>
        <p:spPr>
          <a:xfrm>
            <a:off x="4452619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Rectangle 1796"/>
          <p:cNvSpPr/>
          <p:nvPr/>
        </p:nvSpPr>
        <p:spPr>
          <a:xfrm>
            <a:off x="453009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Rectangle 1797"/>
          <p:cNvSpPr/>
          <p:nvPr/>
        </p:nvSpPr>
        <p:spPr>
          <a:xfrm>
            <a:off x="460756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Rectangle 1798"/>
          <p:cNvSpPr/>
          <p:nvPr/>
        </p:nvSpPr>
        <p:spPr>
          <a:xfrm>
            <a:off x="468503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Rectangle 1799"/>
          <p:cNvSpPr/>
          <p:nvPr/>
        </p:nvSpPr>
        <p:spPr>
          <a:xfrm>
            <a:off x="476250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Rectangle 1800"/>
          <p:cNvSpPr/>
          <p:nvPr/>
        </p:nvSpPr>
        <p:spPr>
          <a:xfrm>
            <a:off x="483997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Rectangle 1801"/>
          <p:cNvSpPr/>
          <p:nvPr/>
        </p:nvSpPr>
        <p:spPr>
          <a:xfrm>
            <a:off x="491744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Rectangle 1802"/>
          <p:cNvSpPr/>
          <p:nvPr/>
        </p:nvSpPr>
        <p:spPr>
          <a:xfrm>
            <a:off x="499491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Rectangle 1803"/>
          <p:cNvSpPr/>
          <p:nvPr/>
        </p:nvSpPr>
        <p:spPr>
          <a:xfrm>
            <a:off x="5072379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Rectangle 1804"/>
          <p:cNvSpPr/>
          <p:nvPr/>
        </p:nvSpPr>
        <p:spPr>
          <a:xfrm>
            <a:off x="5149850" y="35814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Rectangle 1805"/>
          <p:cNvSpPr/>
          <p:nvPr/>
        </p:nvSpPr>
        <p:spPr>
          <a:xfrm>
            <a:off x="57912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Rectangle 1806"/>
          <p:cNvSpPr/>
          <p:nvPr/>
        </p:nvSpPr>
        <p:spPr>
          <a:xfrm>
            <a:off x="65659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Rectangle 1807"/>
          <p:cNvSpPr/>
          <p:nvPr/>
        </p:nvSpPr>
        <p:spPr>
          <a:xfrm>
            <a:off x="73405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Rectangle 1808"/>
          <p:cNvSpPr/>
          <p:nvPr/>
        </p:nvSpPr>
        <p:spPr>
          <a:xfrm>
            <a:off x="81153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Rectangle 1809"/>
          <p:cNvSpPr/>
          <p:nvPr/>
        </p:nvSpPr>
        <p:spPr>
          <a:xfrm>
            <a:off x="88899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Rectangle 1810"/>
          <p:cNvSpPr/>
          <p:nvPr/>
        </p:nvSpPr>
        <p:spPr>
          <a:xfrm>
            <a:off x="96647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Rectangle 1811"/>
          <p:cNvSpPr/>
          <p:nvPr/>
        </p:nvSpPr>
        <p:spPr>
          <a:xfrm>
            <a:off x="104394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Rectangle 1812"/>
          <p:cNvSpPr/>
          <p:nvPr/>
        </p:nvSpPr>
        <p:spPr>
          <a:xfrm>
            <a:off x="112141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Rectangle 1813"/>
          <p:cNvSpPr/>
          <p:nvPr/>
        </p:nvSpPr>
        <p:spPr>
          <a:xfrm>
            <a:off x="119887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Rectangle 1814"/>
          <p:cNvSpPr/>
          <p:nvPr/>
        </p:nvSpPr>
        <p:spPr>
          <a:xfrm>
            <a:off x="127635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Rectangle 1815"/>
          <p:cNvSpPr/>
          <p:nvPr/>
        </p:nvSpPr>
        <p:spPr>
          <a:xfrm>
            <a:off x="135382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Rectangle 1816"/>
          <p:cNvSpPr/>
          <p:nvPr/>
        </p:nvSpPr>
        <p:spPr>
          <a:xfrm>
            <a:off x="143128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Rectangle 1817"/>
          <p:cNvSpPr/>
          <p:nvPr/>
        </p:nvSpPr>
        <p:spPr>
          <a:xfrm>
            <a:off x="150876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Rectangle 1818"/>
          <p:cNvSpPr/>
          <p:nvPr/>
        </p:nvSpPr>
        <p:spPr>
          <a:xfrm>
            <a:off x="158622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Rectangle 1819"/>
          <p:cNvSpPr/>
          <p:nvPr/>
        </p:nvSpPr>
        <p:spPr>
          <a:xfrm>
            <a:off x="166370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Rectangle 1820"/>
          <p:cNvSpPr/>
          <p:nvPr/>
        </p:nvSpPr>
        <p:spPr>
          <a:xfrm>
            <a:off x="174117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Rectangle 1821"/>
          <p:cNvSpPr/>
          <p:nvPr/>
        </p:nvSpPr>
        <p:spPr>
          <a:xfrm>
            <a:off x="181863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Rectangle 1822"/>
          <p:cNvSpPr/>
          <p:nvPr/>
        </p:nvSpPr>
        <p:spPr>
          <a:xfrm>
            <a:off x="189611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Rectangle 1823"/>
          <p:cNvSpPr/>
          <p:nvPr/>
        </p:nvSpPr>
        <p:spPr>
          <a:xfrm>
            <a:off x="197358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Rectangle 1824"/>
          <p:cNvSpPr/>
          <p:nvPr/>
        </p:nvSpPr>
        <p:spPr>
          <a:xfrm>
            <a:off x="205104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Rectangle 1825"/>
          <p:cNvSpPr/>
          <p:nvPr/>
        </p:nvSpPr>
        <p:spPr>
          <a:xfrm>
            <a:off x="212852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Rectangle 1826"/>
          <p:cNvSpPr/>
          <p:nvPr/>
        </p:nvSpPr>
        <p:spPr>
          <a:xfrm>
            <a:off x="220599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Rectangle 1827"/>
          <p:cNvSpPr/>
          <p:nvPr/>
        </p:nvSpPr>
        <p:spPr>
          <a:xfrm>
            <a:off x="228345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Rectangle 1828"/>
          <p:cNvSpPr/>
          <p:nvPr/>
        </p:nvSpPr>
        <p:spPr>
          <a:xfrm>
            <a:off x="236093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Rectangle 1829"/>
          <p:cNvSpPr/>
          <p:nvPr/>
        </p:nvSpPr>
        <p:spPr>
          <a:xfrm>
            <a:off x="243840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Rectangle 1830"/>
          <p:cNvSpPr/>
          <p:nvPr/>
        </p:nvSpPr>
        <p:spPr>
          <a:xfrm>
            <a:off x="251587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Rectangle 1831"/>
          <p:cNvSpPr/>
          <p:nvPr/>
        </p:nvSpPr>
        <p:spPr>
          <a:xfrm>
            <a:off x="259333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Rectangle 1832"/>
          <p:cNvSpPr/>
          <p:nvPr/>
        </p:nvSpPr>
        <p:spPr>
          <a:xfrm>
            <a:off x="267081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Rectangle 1833"/>
          <p:cNvSpPr/>
          <p:nvPr/>
        </p:nvSpPr>
        <p:spPr>
          <a:xfrm>
            <a:off x="274828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Rectangle 1834"/>
          <p:cNvSpPr/>
          <p:nvPr/>
        </p:nvSpPr>
        <p:spPr>
          <a:xfrm>
            <a:off x="282575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Rectangle 1835"/>
          <p:cNvSpPr/>
          <p:nvPr/>
        </p:nvSpPr>
        <p:spPr>
          <a:xfrm>
            <a:off x="290322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Rectangle 1836"/>
          <p:cNvSpPr/>
          <p:nvPr/>
        </p:nvSpPr>
        <p:spPr>
          <a:xfrm>
            <a:off x="298069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Rectangle 1837"/>
          <p:cNvSpPr/>
          <p:nvPr/>
        </p:nvSpPr>
        <p:spPr>
          <a:xfrm>
            <a:off x="305815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Rectangle 1838"/>
          <p:cNvSpPr/>
          <p:nvPr/>
        </p:nvSpPr>
        <p:spPr>
          <a:xfrm>
            <a:off x="313563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Rectangle 1839"/>
          <p:cNvSpPr/>
          <p:nvPr/>
        </p:nvSpPr>
        <p:spPr>
          <a:xfrm>
            <a:off x="321310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Rectangle 1840"/>
          <p:cNvSpPr/>
          <p:nvPr/>
        </p:nvSpPr>
        <p:spPr>
          <a:xfrm>
            <a:off x="329057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Rectangle 1841"/>
          <p:cNvSpPr/>
          <p:nvPr/>
        </p:nvSpPr>
        <p:spPr>
          <a:xfrm>
            <a:off x="336804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Rectangle 1842"/>
          <p:cNvSpPr/>
          <p:nvPr/>
        </p:nvSpPr>
        <p:spPr>
          <a:xfrm>
            <a:off x="344551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Rectangle 1843"/>
          <p:cNvSpPr/>
          <p:nvPr/>
        </p:nvSpPr>
        <p:spPr>
          <a:xfrm>
            <a:off x="352297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Rectangle 1844"/>
          <p:cNvSpPr/>
          <p:nvPr/>
        </p:nvSpPr>
        <p:spPr>
          <a:xfrm>
            <a:off x="360045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Rectangle 1845"/>
          <p:cNvSpPr/>
          <p:nvPr/>
        </p:nvSpPr>
        <p:spPr>
          <a:xfrm>
            <a:off x="367792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Rectangle 1846"/>
          <p:cNvSpPr/>
          <p:nvPr/>
        </p:nvSpPr>
        <p:spPr>
          <a:xfrm>
            <a:off x="375539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Rectangle 1847"/>
          <p:cNvSpPr/>
          <p:nvPr/>
        </p:nvSpPr>
        <p:spPr>
          <a:xfrm>
            <a:off x="383286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Rectangle 1848"/>
          <p:cNvSpPr/>
          <p:nvPr/>
        </p:nvSpPr>
        <p:spPr>
          <a:xfrm>
            <a:off x="391033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Rectangle 1849"/>
          <p:cNvSpPr/>
          <p:nvPr/>
        </p:nvSpPr>
        <p:spPr>
          <a:xfrm>
            <a:off x="398779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Rectangle 1850"/>
          <p:cNvSpPr/>
          <p:nvPr/>
        </p:nvSpPr>
        <p:spPr>
          <a:xfrm>
            <a:off x="406527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Rectangle 1851"/>
          <p:cNvSpPr/>
          <p:nvPr/>
        </p:nvSpPr>
        <p:spPr>
          <a:xfrm>
            <a:off x="414274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Rectangle 1852"/>
          <p:cNvSpPr/>
          <p:nvPr/>
        </p:nvSpPr>
        <p:spPr>
          <a:xfrm>
            <a:off x="422020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Rectangle 1853"/>
          <p:cNvSpPr/>
          <p:nvPr/>
        </p:nvSpPr>
        <p:spPr>
          <a:xfrm>
            <a:off x="429768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Rectangle 1854"/>
          <p:cNvSpPr/>
          <p:nvPr/>
        </p:nvSpPr>
        <p:spPr>
          <a:xfrm>
            <a:off x="437515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Rectangle 1855"/>
          <p:cNvSpPr/>
          <p:nvPr/>
        </p:nvSpPr>
        <p:spPr>
          <a:xfrm>
            <a:off x="445261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Rectangle 1856"/>
          <p:cNvSpPr/>
          <p:nvPr/>
        </p:nvSpPr>
        <p:spPr>
          <a:xfrm>
            <a:off x="453009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Rectangle 1857"/>
          <p:cNvSpPr/>
          <p:nvPr/>
        </p:nvSpPr>
        <p:spPr>
          <a:xfrm>
            <a:off x="460756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Rectangle 1858"/>
          <p:cNvSpPr/>
          <p:nvPr/>
        </p:nvSpPr>
        <p:spPr>
          <a:xfrm>
            <a:off x="468503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Rectangle 1859"/>
          <p:cNvSpPr/>
          <p:nvPr/>
        </p:nvSpPr>
        <p:spPr>
          <a:xfrm>
            <a:off x="476250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Rectangle 1860"/>
          <p:cNvSpPr/>
          <p:nvPr/>
        </p:nvSpPr>
        <p:spPr>
          <a:xfrm>
            <a:off x="483997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Rectangle 1861"/>
          <p:cNvSpPr/>
          <p:nvPr/>
        </p:nvSpPr>
        <p:spPr>
          <a:xfrm>
            <a:off x="491744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Rectangle 1862"/>
          <p:cNvSpPr/>
          <p:nvPr/>
        </p:nvSpPr>
        <p:spPr>
          <a:xfrm>
            <a:off x="499491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Rectangle 1863"/>
          <p:cNvSpPr/>
          <p:nvPr/>
        </p:nvSpPr>
        <p:spPr>
          <a:xfrm>
            <a:off x="5072379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Rectangle 1864"/>
          <p:cNvSpPr/>
          <p:nvPr/>
        </p:nvSpPr>
        <p:spPr>
          <a:xfrm>
            <a:off x="5149850" y="35433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Rectangle 1865"/>
          <p:cNvSpPr/>
          <p:nvPr/>
        </p:nvSpPr>
        <p:spPr>
          <a:xfrm>
            <a:off x="57912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Rectangle 1866"/>
          <p:cNvSpPr/>
          <p:nvPr/>
        </p:nvSpPr>
        <p:spPr>
          <a:xfrm>
            <a:off x="65659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Rectangle 1867"/>
          <p:cNvSpPr/>
          <p:nvPr/>
        </p:nvSpPr>
        <p:spPr>
          <a:xfrm>
            <a:off x="73405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Rectangle 1868"/>
          <p:cNvSpPr/>
          <p:nvPr/>
        </p:nvSpPr>
        <p:spPr>
          <a:xfrm>
            <a:off x="81153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Rectangle 1869"/>
          <p:cNvSpPr/>
          <p:nvPr/>
        </p:nvSpPr>
        <p:spPr>
          <a:xfrm>
            <a:off x="88899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Rectangle 1870"/>
          <p:cNvSpPr/>
          <p:nvPr/>
        </p:nvSpPr>
        <p:spPr>
          <a:xfrm>
            <a:off x="96647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Rectangle 1871"/>
          <p:cNvSpPr/>
          <p:nvPr/>
        </p:nvSpPr>
        <p:spPr>
          <a:xfrm>
            <a:off x="104394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Rectangle 1872"/>
          <p:cNvSpPr/>
          <p:nvPr/>
        </p:nvSpPr>
        <p:spPr>
          <a:xfrm>
            <a:off x="112141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Rectangle 1873"/>
          <p:cNvSpPr/>
          <p:nvPr/>
        </p:nvSpPr>
        <p:spPr>
          <a:xfrm>
            <a:off x="119887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Rectangle 1874"/>
          <p:cNvSpPr/>
          <p:nvPr/>
        </p:nvSpPr>
        <p:spPr>
          <a:xfrm>
            <a:off x="127635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Rectangle 1875"/>
          <p:cNvSpPr/>
          <p:nvPr/>
        </p:nvSpPr>
        <p:spPr>
          <a:xfrm>
            <a:off x="135382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Rectangle 1876"/>
          <p:cNvSpPr/>
          <p:nvPr/>
        </p:nvSpPr>
        <p:spPr>
          <a:xfrm>
            <a:off x="143128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Rectangle 1877"/>
          <p:cNvSpPr/>
          <p:nvPr/>
        </p:nvSpPr>
        <p:spPr>
          <a:xfrm>
            <a:off x="150876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Rectangle 1878"/>
          <p:cNvSpPr/>
          <p:nvPr/>
        </p:nvSpPr>
        <p:spPr>
          <a:xfrm>
            <a:off x="158622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Rectangle 1879"/>
          <p:cNvSpPr/>
          <p:nvPr/>
        </p:nvSpPr>
        <p:spPr>
          <a:xfrm>
            <a:off x="166370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Rectangle 1880"/>
          <p:cNvSpPr/>
          <p:nvPr/>
        </p:nvSpPr>
        <p:spPr>
          <a:xfrm>
            <a:off x="174117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Rectangle 1881"/>
          <p:cNvSpPr/>
          <p:nvPr/>
        </p:nvSpPr>
        <p:spPr>
          <a:xfrm>
            <a:off x="181863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Rectangle 1882"/>
          <p:cNvSpPr/>
          <p:nvPr/>
        </p:nvSpPr>
        <p:spPr>
          <a:xfrm>
            <a:off x="189611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Rectangle 1883"/>
          <p:cNvSpPr/>
          <p:nvPr/>
        </p:nvSpPr>
        <p:spPr>
          <a:xfrm>
            <a:off x="197358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Rectangle 1884"/>
          <p:cNvSpPr/>
          <p:nvPr/>
        </p:nvSpPr>
        <p:spPr>
          <a:xfrm>
            <a:off x="205104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Rectangle 1885"/>
          <p:cNvSpPr/>
          <p:nvPr/>
        </p:nvSpPr>
        <p:spPr>
          <a:xfrm>
            <a:off x="212852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Rectangle 1886"/>
          <p:cNvSpPr/>
          <p:nvPr/>
        </p:nvSpPr>
        <p:spPr>
          <a:xfrm>
            <a:off x="220599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Rectangle 1887"/>
          <p:cNvSpPr/>
          <p:nvPr/>
        </p:nvSpPr>
        <p:spPr>
          <a:xfrm>
            <a:off x="228345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Rectangle 1888"/>
          <p:cNvSpPr/>
          <p:nvPr/>
        </p:nvSpPr>
        <p:spPr>
          <a:xfrm>
            <a:off x="236093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Rectangle 1889"/>
          <p:cNvSpPr/>
          <p:nvPr/>
        </p:nvSpPr>
        <p:spPr>
          <a:xfrm>
            <a:off x="243840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Rectangle 1890"/>
          <p:cNvSpPr/>
          <p:nvPr/>
        </p:nvSpPr>
        <p:spPr>
          <a:xfrm>
            <a:off x="251587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Rectangle 1891"/>
          <p:cNvSpPr/>
          <p:nvPr/>
        </p:nvSpPr>
        <p:spPr>
          <a:xfrm>
            <a:off x="259333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Rectangle 1892"/>
          <p:cNvSpPr/>
          <p:nvPr/>
        </p:nvSpPr>
        <p:spPr>
          <a:xfrm>
            <a:off x="267081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Rectangle 1893"/>
          <p:cNvSpPr/>
          <p:nvPr/>
        </p:nvSpPr>
        <p:spPr>
          <a:xfrm>
            <a:off x="274828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Rectangle 1894"/>
          <p:cNvSpPr/>
          <p:nvPr/>
        </p:nvSpPr>
        <p:spPr>
          <a:xfrm>
            <a:off x="282575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Rectangle 1895"/>
          <p:cNvSpPr/>
          <p:nvPr/>
        </p:nvSpPr>
        <p:spPr>
          <a:xfrm>
            <a:off x="290322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Rectangle 1896"/>
          <p:cNvSpPr/>
          <p:nvPr/>
        </p:nvSpPr>
        <p:spPr>
          <a:xfrm>
            <a:off x="298069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Rectangle 1897"/>
          <p:cNvSpPr/>
          <p:nvPr/>
        </p:nvSpPr>
        <p:spPr>
          <a:xfrm>
            <a:off x="305815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Rectangle 1898"/>
          <p:cNvSpPr/>
          <p:nvPr/>
        </p:nvSpPr>
        <p:spPr>
          <a:xfrm>
            <a:off x="313563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Rectangle 1899"/>
          <p:cNvSpPr/>
          <p:nvPr/>
        </p:nvSpPr>
        <p:spPr>
          <a:xfrm>
            <a:off x="321310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1" name="Rectangle 1900"/>
          <p:cNvSpPr/>
          <p:nvPr/>
        </p:nvSpPr>
        <p:spPr>
          <a:xfrm>
            <a:off x="329057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Rectangle 1901"/>
          <p:cNvSpPr/>
          <p:nvPr/>
        </p:nvSpPr>
        <p:spPr>
          <a:xfrm>
            <a:off x="336804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Rectangle 1902"/>
          <p:cNvSpPr/>
          <p:nvPr/>
        </p:nvSpPr>
        <p:spPr>
          <a:xfrm>
            <a:off x="344551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4" name="Rectangle 1903"/>
          <p:cNvSpPr/>
          <p:nvPr/>
        </p:nvSpPr>
        <p:spPr>
          <a:xfrm>
            <a:off x="352297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Rectangle 1904"/>
          <p:cNvSpPr/>
          <p:nvPr/>
        </p:nvSpPr>
        <p:spPr>
          <a:xfrm>
            <a:off x="360045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Rectangle 1905"/>
          <p:cNvSpPr/>
          <p:nvPr/>
        </p:nvSpPr>
        <p:spPr>
          <a:xfrm>
            <a:off x="367792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7" name="Rectangle 1906"/>
          <p:cNvSpPr/>
          <p:nvPr/>
        </p:nvSpPr>
        <p:spPr>
          <a:xfrm>
            <a:off x="375539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Rectangle 1907"/>
          <p:cNvSpPr/>
          <p:nvPr/>
        </p:nvSpPr>
        <p:spPr>
          <a:xfrm>
            <a:off x="383286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Rectangle 1908"/>
          <p:cNvSpPr/>
          <p:nvPr/>
        </p:nvSpPr>
        <p:spPr>
          <a:xfrm>
            <a:off x="391033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0" name="Rectangle 1909"/>
          <p:cNvSpPr/>
          <p:nvPr/>
        </p:nvSpPr>
        <p:spPr>
          <a:xfrm>
            <a:off x="398779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Rectangle 1910"/>
          <p:cNvSpPr/>
          <p:nvPr/>
        </p:nvSpPr>
        <p:spPr>
          <a:xfrm>
            <a:off x="406527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Rectangle 1911"/>
          <p:cNvSpPr/>
          <p:nvPr/>
        </p:nvSpPr>
        <p:spPr>
          <a:xfrm>
            <a:off x="414274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3" name="Rectangle 1912"/>
          <p:cNvSpPr/>
          <p:nvPr/>
        </p:nvSpPr>
        <p:spPr>
          <a:xfrm>
            <a:off x="422020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4" name="Rectangle 1913"/>
          <p:cNvSpPr/>
          <p:nvPr/>
        </p:nvSpPr>
        <p:spPr>
          <a:xfrm>
            <a:off x="429768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5" name="Rectangle 1914"/>
          <p:cNvSpPr/>
          <p:nvPr/>
        </p:nvSpPr>
        <p:spPr>
          <a:xfrm>
            <a:off x="437515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6" name="Rectangle 1915"/>
          <p:cNvSpPr/>
          <p:nvPr/>
        </p:nvSpPr>
        <p:spPr>
          <a:xfrm>
            <a:off x="445261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7" name="Rectangle 1916"/>
          <p:cNvSpPr/>
          <p:nvPr/>
        </p:nvSpPr>
        <p:spPr>
          <a:xfrm>
            <a:off x="453009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8" name="Rectangle 1917"/>
          <p:cNvSpPr/>
          <p:nvPr/>
        </p:nvSpPr>
        <p:spPr>
          <a:xfrm>
            <a:off x="460756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9" name="Rectangle 1918"/>
          <p:cNvSpPr/>
          <p:nvPr/>
        </p:nvSpPr>
        <p:spPr>
          <a:xfrm>
            <a:off x="468503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0" name="Rectangle 1919"/>
          <p:cNvSpPr/>
          <p:nvPr/>
        </p:nvSpPr>
        <p:spPr>
          <a:xfrm>
            <a:off x="476250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1" name="Rectangle 1920"/>
          <p:cNvSpPr/>
          <p:nvPr/>
        </p:nvSpPr>
        <p:spPr>
          <a:xfrm>
            <a:off x="483997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2" name="Rectangle 1921"/>
          <p:cNvSpPr/>
          <p:nvPr/>
        </p:nvSpPr>
        <p:spPr>
          <a:xfrm>
            <a:off x="491744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3" name="Rectangle 1922"/>
          <p:cNvSpPr/>
          <p:nvPr/>
        </p:nvSpPr>
        <p:spPr>
          <a:xfrm>
            <a:off x="499491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4" name="Rectangle 1923"/>
          <p:cNvSpPr/>
          <p:nvPr/>
        </p:nvSpPr>
        <p:spPr>
          <a:xfrm>
            <a:off x="5072379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5" name="Rectangle 1924"/>
          <p:cNvSpPr/>
          <p:nvPr/>
        </p:nvSpPr>
        <p:spPr>
          <a:xfrm>
            <a:off x="5149850" y="35052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6" name="Rectangle 1925"/>
          <p:cNvSpPr/>
          <p:nvPr/>
        </p:nvSpPr>
        <p:spPr>
          <a:xfrm>
            <a:off x="57912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7" name="Rectangle 1926"/>
          <p:cNvSpPr/>
          <p:nvPr/>
        </p:nvSpPr>
        <p:spPr>
          <a:xfrm>
            <a:off x="65659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8" name="Rectangle 1927"/>
          <p:cNvSpPr/>
          <p:nvPr/>
        </p:nvSpPr>
        <p:spPr>
          <a:xfrm>
            <a:off x="73405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9" name="Rectangle 1928"/>
          <p:cNvSpPr/>
          <p:nvPr/>
        </p:nvSpPr>
        <p:spPr>
          <a:xfrm>
            <a:off x="81153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0" name="Rectangle 1929"/>
          <p:cNvSpPr/>
          <p:nvPr/>
        </p:nvSpPr>
        <p:spPr>
          <a:xfrm>
            <a:off x="88899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1" name="Rectangle 1930"/>
          <p:cNvSpPr/>
          <p:nvPr/>
        </p:nvSpPr>
        <p:spPr>
          <a:xfrm>
            <a:off x="96647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2" name="Rectangle 1931"/>
          <p:cNvSpPr/>
          <p:nvPr/>
        </p:nvSpPr>
        <p:spPr>
          <a:xfrm>
            <a:off x="104394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3" name="Rectangle 1932"/>
          <p:cNvSpPr/>
          <p:nvPr/>
        </p:nvSpPr>
        <p:spPr>
          <a:xfrm>
            <a:off x="112141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4" name="Rectangle 1933"/>
          <p:cNvSpPr/>
          <p:nvPr/>
        </p:nvSpPr>
        <p:spPr>
          <a:xfrm>
            <a:off x="119887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5" name="Rectangle 1934"/>
          <p:cNvSpPr/>
          <p:nvPr/>
        </p:nvSpPr>
        <p:spPr>
          <a:xfrm>
            <a:off x="127635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6" name="Rectangle 1935"/>
          <p:cNvSpPr/>
          <p:nvPr/>
        </p:nvSpPr>
        <p:spPr>
          <a:xfrm>
            <a:off x="135382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7" name="Rectangle 1936"/>
          <p:cNvSpPr/>
          <p:nvPr/>
        </p:nvSpPr>
        <p:spPr>
          <a:xfrm>
            <a:off x="143128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8" name="Rectangle 1937"/>
          <p:cNvSpPr/>
          <p:nvPr/>
        </p:nvSpPr>
        <p:spPr>
          <a:xfrm>
            <a:off x="150876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9" name="Rectangle 1938"/>
          <p:cNvSpPr/>
          <p:nvPr/>
        </p:nvSpPr>
        <p:spPr>
          <a:xfrm>
            <a:off x="158622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0" name="Rectangle 1939"/>
          <p:cNvSpPr/>
          <p:nvPr/>
        </p:nvSpPr>
        <p:spPr>
          <a:xfrm>
            <a:off x="166370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1" name="Rectangle 1940"/>
          <p:cNvSpPr/>
          <p:nvPr/>
        </p:nvSpPr>
        <p:spPr>
          <a:xfrm>
            <a:off x="174117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2" name="Rectangle 1941"/>
          <p:cNvSpPr/>
          <p:nvPr/>
        </p:nvSpPr>
        <p:spPr>
          <a:xfrm>
            <a:off x="181863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3" name="Rectangle 1942"/>
          <p:cNvSpPr/>
          <p:nvPr/>
        </p:nvSpPr>
        <p:spPr>
          <a:xfrm>
            <a:off x="189611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4" name="Rectangle 1943"/>
          <p:cNvSpPr/>
          <p:nvPr/>
        </p:nvSpPr>
        <p:spPr>
          <a:xfrm>
            <a:off x="197358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" name="Rectangle 1944"/>
          <p:cNvSpPr/>
          <p:nvPr/>
        </p:nvSpPr>
        <p:spPr>
          <a:xfrm>
            <a:off x="205104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6" name="Rectangle 1945"/>
          <p:cNvSpPr/>
          <p:nvPr/>
        </p:nvSpPr>
        <p:spPr>
          <a:xfrm>
            <a:off x="212852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7" name="Rectangle 1946"/>
          <p:cNvSpPr/>
          <p:nvPr/>
        </p:nvSpPr>
        <p:spPr>
          <a:xfrm>
            <a:off x="220599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8" name="Rectangle 1947"/>
          <p:cNvSpPr/>
          <p:nvPr/>
        </p:nvSpPr>
        <p:spPr>
          <a:xfrm>
            <a:off x="228345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9" name="Rectangle 1948"/>
          <p:cNvSpPr/>
          <p:nvPr/>
        </p:nvSpPr>
        <p:spPr>
          <a:xfrm>
            <a:off x="236093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0" name="Rectangle 1949"/>
          <p:cNvSpPr/>
          <p:nvPr/>
        </p:nvSpPr>
        <p:spPr>
          <a:xfrm>
            <a:off x="243840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1" name="Rectangle 1950"/>
          <p:cNvSpPr/>
          <p:nvPr/>
        </p:nvSpPr>
        <p:spPr>
          <a:xfrm>
            <a:off x="251587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2" name="Rectangle 1951"/>
          <p:cNvSpPr/>
          <p:nvPr/>
        </p:nvSpPr>
        <p:spPr>
          <a:xfrm>
            <a:off x="259333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3" name="Rectangle 1952"/>
          <p:cNvSpPr/>
          <p:nvPr/>
        </p:nvSpPr>
        <p:spPr>
          <a:xfrm>
            <a:off x="267081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4" name="Rectangle 1953"/>
          <p:cNvSpPr/>
          <p:nvPr/>
        </p:nvSpPr>
        <p:spPr>
          <a:xfrm>
            <a:off x="274828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5" name="Rectangle 1954"/>
          <p:cNvSpPr/>
          <p:nvPr/>
        </p:nvSpPr>
        <p:spPr>
          <a:xfrm>
            <a:off x="282575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6" name="Rectangle 1955"/>
          <p:cNvSpPr/>
          <p:nvPr/>
        </p:nvSpPr>
        <p:spPr>
          <a:xfrm>
            <a:off x="290322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7" name="Rectangle 1956"/>
          <p:cNvSpPr/>
          <p:nvPr/>
        </p:nvSpPr>
        <p:spPr>
          <a:xfrm>
            <a:off x="298069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8" name="Rectangle 1957"/>
          <p:cNvSpPr/>
          <p:nvPr/>
        </p:nvSpPr>
        <p:spPr>
          <a:xfrm>
            <a:off x="305815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9" name="Rectangle 1958"/>
          <p:cNvSpPr/>
          <p:nvPr/>
        </p:nvSpPr>
        <p:spPr>
          <a:xfrm>
            <a:off x="313563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0" name="Rectangle 1959"/>
          <p:cNvSpPr/>
          <p:nvPr/>
        </p:nvSpPr>
        <p:spPr>
          <a:xfrm>
            <a:off x="321310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1" name="Rectangle 1960"/>
          <p:cNvSpPr/>
          <p:nvPr/>
        </p:nvSpPr>
        <p:spPr>
          <a:xfrm>
            <a:off x="329057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2" name="Rectangle 1961"/>
          <p:cNvSpPr/>
          <p:nvPr/>
        </p:nvSpPr>
        <p:spPr>
          <a:xfrm>
            <a:off x="336804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3" name="Rectangle 1962"/>
          <p:cNvSpPr/>
          <p:nvPr/>
        </p:nvSpPr>
        <p:spPr>
          <a:xfrm>
            <a:off x="344551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4" name="Rectangle 1963"/>
          <p:cNvSpPr/>
          <p:nvPr/>
        </p:nvSpPr>
        <p:spPr>
          <a:xfrm>
            <a:off x="352297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5" name="Rectangle 1964"/>
          <p:cNvSpPr/>
          <p:nvPr/>
        </p:nvSpPr>
        <p:spPr>
          <a:xfrm>
            <a:off x="360045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6" name="Rectangle 1965"/>
          <p:cNvSpPr/>
          <p:nvPr/>
        </p:nvSpPr>
        <p:spPr>
          <a:xfrm>
            <a:off x="367792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7" name="Rectangle 1966"/>
          <p:cNvSpPr/>
          <p:nvPr/>
        </p:nvSpPr>
        <p:spPr>
          <a:xfrm>
            <a:off x="375539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8" name="Rectangle 1967"/>
          <p:cNvSpPr/>
          <p:nvPr/>
        </p:nvSpPr>
        <p:spPr>
          <a:xfrm>
            <a:off x="383286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9" name="Rectangle 1968"/>
          <p:cNvSpPr/>
          <p:nvPr/>
        </p:nvSpPr>
        <p:spPr>
          <a:xfrm>
            <a:off x="391033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0" name="Rectangle 1969"/>
          <p:cNvSpPr/>
          <p:nvPr/>
        </p:nvSpPr>
        <p:spPr>
          <a:xfrm>
            <a:off x="398779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1" name="Rectangle 1970"/>
          <p:cNvSpPr/>
          <p:nvPr/>
        </p:nvSpPr>
        <p:spPr>
          <a:xfrm>
            <a:off x="406527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2" name="Rectangle 1971"/>
          <p:cNvSpPr/>
          <p:nvPr/>
        </p:nvSpPr>
        <p:spPr>
          <a:xfrm>
            <a:off x="414274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3" name="Rectangle 1972"/>
          <p:cNvSpPr/>
          <p:nvPr/>
        </p:nvSpPr>
        <p:spPr>
          <a:xfrm>
            <a:off x="422020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4" name="Rectangle 1973"/>
          <p:cNvSpPr/>
          <p:nvPr/>
        </p:nvSpPr>
        <p:spPr>
          <a:xfrm>
            <a:off x="429768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5" name="Rectangle 1974"/>
          <p:cNvSpPr/>
          <p:nvPr/>
        </p:nvSpPr>
        <p:spPr>
          <a:xfrm>
            <a:off x="437515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6" name="Rectangle 1975"/>
          <p:cNvSpPr/>
          <p:nvPr/>
        </p:nvSpPr>
        <p:spPr>
          <a:xfrm>
            <a:off x="445261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7" name="Rectangle 1976"/>
          <p:cNvSpPr/>
          <p:nvPr/>
        </p:nvSpPr>
        <p:spPr>
          <a:xfrm>
            <a:off x="453009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8" name="Rectangle 1977"/>
          <p:cNvSpPr/>
          <p:nvPr/>
        </p:nvSpPr>
        <p:spPr>
          <a:xfrm>
            <a:off x="460756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9" name="Rectangle 1978"/>
          <p:cNvSpPr/>
          <p:nvPr/>
        </p:nvSpPr>
        <p:spPr>
          <a:xfrm>
            <a:off x="468503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0" name="Rectangle 1979"/>
          <p:cNvSpPr/>
          <p:nvPr/>
        </p:nvSpPr>
        <p:spPr>
          <a:xfrm>
            <a:off x="476250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1" name="Rectangle 1980"/>
          <p:cNvSpPr/>
          <p:nvPr/>
        </p:nvSpPr>
        <p:spPr>
          <a:xfrm>
            <a:off x="483997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2" name="Rectangle 1981"/>
          <p:cNvSpPr/>
          <p:nvPr/>
        </p:nvSpPr>
        <p:spPr>
          <a:xfrm>
            <a:off x="491744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3" name="Rectangle 1982"/>
          <p:cNvSpPr/>
          <p:nvPr/>
        </p:nvSpPr>
        <p:spPr>
          <a:xfrm>
            <a:off x="499491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4" name="Rectangle 1983"/>
          <p:cNvSpPr/>
          <p:nvPr/>
        </p:nvSpPr>
        <p:spPr>
          <a:xfrm>
            <a:off x="5072379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5" name="Rectangle 1984"/>
          <p:cNvSpPr/>
          <p:nvPr/>
        </p:nvSpPr>
        <p:spPr>
          <a:xfrm>
            <a:off x="5149850" y="34671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6" name="Rectangle 1985"/>
          <p:cNvSpPr/>
          <p:nvPr/>
        </p:nvSpPr>
        <p:spPr>
          <a:xfrm>
            <a:off x="57912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7" name="Rectangle 1986"/>
          <p:cNvSpPr/>
          <p:nvPr/>
        </p:nvSpPr>
        <p:spPr>
          <a:xfrm>
            <a:off x="65659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8" name="Rectangle 1987"/>
          <p:cNvSpPr/>
          <p:nvPr/>
        </p:nvSpPr>
        <p:spPr>
          <a:xfrm>
            <a:off x="73405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9" name="Rectangle 1988"/>
          <p:cNvSpPr/>
          <p:nvPr/>
        </p:nvSpPr>
        <p:spPr>
          <a:xfrm>
            <a:off x="81153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0" name="Rectangle 1989"/>
          <p:cNvSpPr/>
          <p:nvPr/>
        </p:nvSpPr>
        <p:spPr>
          <a:xfrm>
            <a:off x="88899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1" name="Rectangle 1990"/>
          <p:cNvSpPr/>
          <p:nvPr/>
        </p:nvSpPr>
        <p:spPr>
          <a:xfrm>
            <a:off x="96647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2" name="Rectangle 1991"/>
          <p:cNvSpPr/>
          <p:nvPr/>
        </p:nvSpPr>
        <p:spPr>
          <a:xfrm>
            <a:off x="104394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3" name="Rectangle 1992"/>
          <p:cNvSpPr/>
          <p:nvPr/>
        </p:nvSpPr>
        <p:spPr>
          <a:xfrm>
            <a:off x="112141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4" name="Rectangle 1993"/>
          <p:cNvSpPr/>
          <p:nvPr/>
        </p:nvSpPr>
        <p:spPr>
          <a:xfrm>
            <a:off x="119887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5" name="Rectangle 1994"/>
          <p:cNvSpPr/>
          <p:nvPr/>
        </p:nvSpPr>
        <p:spPr>
          <a:xfrm>
            <a:off x="127635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6" name="Rectangle 1995"/>
          <p:cNvSpPr/>
          <p:nvPr/>
        </p:nvSpPr>
        <p:spPr>
          <a:xfrm>
            <a:off x="135382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7" name="Rectangle 1996"/>
          <p:cNvSpPr/>
          <p:nvPr/>
        </p:nvSpPr>
        <p:spPr>
          <a:xfrm>
            <a:off x="143128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8" name="Rectangle 1997"/>
          <p:cNvSpPr/>
          <p:nvPr/>
        </p:nvSpPr>
        <p:spPr>
          <a:xfrm>
            <a:off x="150876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9" name="Rectangle 1998"/>
          <p:cNvSpPr/>
          <p:nvPr/>
        </p:nvSpPr>
        <p:spPr>
          <a:xfrm>
            <a:off x="158622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0" name="Rectangle 1999"/>
          <p:cNvSpPr/>
          <p:nvPr/>
        </p:nvSpPr>
        <p:spPr>
          <a:xfrm>
            <a:off x="166370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1" name="Rectangle 2000"/>
          <p:cNvSpPr/>
          <p:nvPr/>
        </p:nvSpPr>
        <p:spPr>
          <a:xfrm>
            <a:off x="174117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2" name="Rectangle 2001"/>
          <p:cNvSpPr/>
          <p:nvPr/>
        </p:nvSpPr>
        <p:spPr>
          <a:xfrm>
            <a:off x="181863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3" name="Rectangle 2002"/>
          <p:cNvSpPr/>
          <p:nvPr/>
        </p:nvSpPr>
        <p:spPr>
          <a:xfrm>
            <a:off x="189611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4" name="Rectangle 2003"/>
          <p:cNvSpPr/>
          <p:nvPr/>
        </p:nvSpPr>
        <p:spPr>
          <a:xfrm>
            <a:off x="197358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5" name="Rectangle 2004"/>
          <p:cNvSpPr/>
          <p:nvPr/>
        </p:nvSpPr>
        <p:spPr>
          <a:xfrm>
            <a:off x="205104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6" name="Rectangle 2005"/>
          <p:cNvSpPr/>
          <p:nvPr/>
        </p:nvSpPr>
        <p:spPr>
          <a:xfrm>
            <a:off x="212852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7" name="Rectangle 2006"/>
          <p:cNvSpPr/>
          <p:nvPr/>
        </p:nvSpPr>
        <p:spPr>
          <a:xfrm>
            <a:off x="220599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8" name="Rectangle 2007"/>
          <p:cNvSpPr/>
          <p:nvPr/>
        </p:nvSpPr>
        <p:spPr>
          <a:xfrm>
            <a:off x="228345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9" name="Rectangle 2008"/>
          <p:cNvSpPr/>
          <p:nvPr/>
        </p:nvSpPr>
        <p:spPr>
          <a:xfrm>
            <a:off x="236093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Rectangle 2009"/>
          <p:cNvSpPr/>
          <p:nvPr/>
        </p:nvSpPr>
        <p:spPr>
          <a:xfrm>
            <a:off x="243840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" name="Rectangle 2010"/>
          <p:cNvSpPr/>
          <p:nvPr/>
        </p:nvSpPr>
        <p:spPr>
          <a:xfrm>
            <a:off x="251587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Rectangle 2011"/>
          <p:cNvSpPr/>
          <p:nvPr/>
        </p:nvSpPr>
        <p:spPr>
          <a:xfrm>
            <a:off x="259333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Rectangle 2012"/>
          <p:cNvSpPr/>
          <p:nvPr/>
        </p:nvSpPr>
        <p:spPr>
          <a:xfrm>
            <a:off x="267081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4" name="Rectangle 2013"/>
          <p:cNvSpPr/>
          <p:nvPr/>
        </p:nvSpPr>
        <p:spPr>
          <a:xfrm>
            <a:off x="274828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Rectangle 2014"/>
          <p:cNvSpPr/>
          <p:nvPr/>
        </p:nvSpPr>
        <p:spPr>
          <a:xfrm>
            <a:off x="282575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Rectangle 2015"/>
          <p:cNvSpPr/>
          <p:nvPr/>
        </p:nvSpPr>
        <p:spPr>
          <a:xfrm>
            <a:off x="290322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7" name="Rectangle 2016"/>
          <p:cNvSpPr/>
          <p:nvPr/>
        </p:nvSpPr>
        <p:spPr>
          <a:xfrm>
            <a:off x="298069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8" name="Rectangle 2017"/>
          <p:cNvSpPr/>
          <p:nvPr/>
        </p:nvSpPr>
        <p:spPr>
          <a:xfrm>
            <a:off x="305815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Rectangle 2018"/>
          <p:cNvSpPr/>
          <p:nvPr/>
        </p:nvSpPr>
        <p:spPr>
          <a:xfrm>
            <a:off x="313563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0" name="Rectangle 2019"/>
          <p:cNvSpPr/>
          <p:nvPr/>
        </p:nvSpPr>
        <p:spPr>
          <a:xfrm>
            <a:off x="321310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1" name="Rectangle 2020"/>
          <p:cNvSpPr/>
          <p:nvPr/>
        </p:nvSpPr>
        <p:spPr>
          <a:xfrm>
            <a:off x="329057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Rectangle 2021"/>
          <p:cNvSpPr/>
          <p:nvPr/>
        </p:nvSpPr>
        <p:spPr>
          <a:xfrm>
            <a:off x="336804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3" name="Rectangle 2022"/>
          <p:cNvSpPr/>
          <p:nvPr/>
        </p:nvSpPr>
        <p:spPr>
          <a:xfrm>
            <a:off x="344551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4" name="Rectangle 2023"/>
          <p:cNvSpPr/>
          <p:nvPr/>
        </p:nvSpPr>
        <p:spPr>
          <a:xfrm>
            <a:off x="352297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Rectangle 2024"/>
          <p:cNvSpPr/>
          <p:nvPr/>
        </p:nvSpPr>
        <p:spPr>
          <a:xfrm>
            <a:off x="360045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Rectangle 2025"/>
          <p:cNvSpPr/>
          <p:nvPr/>
        </p:nvSpPr>
        <p:spPr>
          <a:xfrm>
            <a:off x="367792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7" name="Rectangle 2026"/>
          <p:cNvSpPr/>
          <p:nvPr/>
        </p:nvSpPr>
        <p:spPr>
          <a:xfrm>
            <a:off x="375539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Rectangle 2027"/>
          <p:cNvSpPr/>
          <p:nvPr/>
        </p:nvSpPr>
        <p:spPr>
          <a:xfrm>
            <a:off x="383286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Rectangle 2028"/>
          <p:cNvSpPr/>
          <p:nvPr/>
        </p:nvSpPr>
        <p:spPr>
          <a:xfrm>
            <a:off x="391033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0" name="Rectangle 2029"/>
          <p:cNvSpPr/>
          <p:nvPr/>
        </p:nvSpPr>
        <p:spPr>
          <a:xfrm>
            <a:off x="398779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1" name="Rectangle 2030"/>
          <p:cNvSpPr/>
          <p:nvPr/>
        </p:nvSpPr>
        <p:spPr>
          <a:xfrm>
            <a:off x="406527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Rectangle 2031"/>
          <p:cNvSpPr/>
          <p:nvPr/>
        </p:nvSpPr>
        <p:spPr>
          <a:xfrm>
            <a:off x="414274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3" name="Rectangle 2032"/>
          <p:cNvSpPr/>
          <p:nvPr/>
        </p:nvSpPr>
        <p:spPr>
          <a:xfrm>
            <a:off x="422020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4" name="Rectangle 2033"/>
          <p:cNvSpPr/>
          <p:nvPr/>
        </p:nvSpPr>
        <p:spPr>
          <a:xfrm>
            <a:off x="429768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Rectangle 2034"/>
          <p:cNvSpPr/>
          <p:nvPr/>
        </p:nvSpPr>
        <p:spPr>
          <a:xfrm>
            <a:off x="437515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6" name="Rectangle 2035"/>
          <p:cNvSpPr/>
          <p:nvPr/>
        </p:nvSpPr>
        <p:spPr>
          <a:xfrm>
            <a:off x="445261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7" name="Rectangle 2036"/>
          <p:cNvSpPr/>
          <p:nvPr/>
        </p:nvSpPr>
        <p:spPr>
          <a:xfrm>
            <a:off x="453009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Rectangle 2037"/>
          <p:cNvSpPr/>
          <p:nvPr/>
        </p:nvSpPr>
        <p:spPr>
          <a:xfrm>
            <a:off x="460756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9" name="Rectangle 2038"/>
          <p:cNvSpPr/>
          <p:nvPr/>
        </p:nvSpPr>
        <p:spPr>
          <a:xfrm>
            <a:off x="468503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0" name="Rectangle 2039"/>
          <p:cNvSpPr/>
          <p:nvPr/>
        </p:nvSpPr>
        <p:spPr>
          <a:xfrm>
            <a:off x="476250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Rectangle 2040"/>
          <p:cNvSpPr/>
          <p:nvPr/>
        </p:nvSpPr>
        <p:spPr>
          <a:xfrm>
            <a:off x="483997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2" name="Rectangle 2041"/>
          <p:cNvSpPr/>
          <p:nvPr/>
        </p:nvSpPr>
        <p:spPr>
          <a:xfrm>
            <a:off x="491744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3" name="Rectangle 2042"/>
          <p:cNvSpPr/>
          <p:nvPr/>
        </p:nvSpPr>
        <p:spPr>
          <a:xfrm>
            <a:off x="499491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Rectangle 2043"/>
          <p:cNvSpPr/>
          <p:nvPr/>
        </p:nvSpPr>
        <p:spPr>
          <a:xfrm>
            <a:off x="5072379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5" name="Rectangle 2044"/>
          <p:cNvSpPr/>
          <p:nvPr/>
        </p:nvSpPr>
        <p:spPr>
          <a:xfrm>
            <a:off x="5149850" y="34290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6" name="Rectangle 2045"/>
          <p:cNvSpPr/>
          <p:nvPr/>
        </p:nvSpPr>
        <p:spPr>
          <a:xfrm>
            <a:off x="57912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Rectangle 2046"/>
          <p:cNvSpPr/>
          <p:nvPr/>
        </p:nvSpPr>
        <p:spPr>
          <a:xfrm>
            <a:off x="65659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8" name="Rectangle 2047"/>
          <p:cNvSpPr/>
          <p:nvPr/>
        </p:nvSpPr>
        <p:spPr>
          <a:xfrm>
            <a:off x="73405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9" name="Rectangle 2048"/>
          <p:cNvSpPr/>
          <p:nvPr/>
        </p:nvSpPr>
        <p:spPr>
          <a:xfrm>
            <a:off x="81153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Rectangle 2049"/>
          <p:cNvSpPr/>
          <p:nvPr/>
        </p:nvSpPr>
        <p:spPr>
          <a:xfrm>
            <a:off x="88899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1" name="Rectangle 2050"/>
          <p:cNvSpPr/>
          <p:nvPr/>
        </p:nvSpPr>
        <p:spPr>
          <a:xfrm>
            <a:off x="96647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Rectangle 2051"/>
          <p:cNvSpPr/>
          <p:nvPr/>
        </p:nvSpPr>
        <p:spPr>
          <a:xfrm>
            <a:off x="104394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Rectangle 2052"/>
          <p:cNvSpPr/>
          <p:nvPr/>
        </p:nvSpPr>
        <p:spPr>
          <a:xfrm>
            <a:off x="112141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Rectangle 2053"/>
          <p:cNvSpPr/>
          <p:nvPr/>
        </p:nvSpPr>
        <p:spPr>
          <a:xfrm>
            <a:off x="119887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Rectangle 2054"/>
          <p:cNvSpPr/>
          <p:nvPr/>
        </p:nvSpPr>
        <p:spPr>
          <a:xfrm>
            <a:off x="127635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Rectangle 2055"/>
          <p:cNvSpPr/>
          <p:nvPr/>
        </p:nvSpPr>
        <p:spPr>
          <a:xfrm>
            <a:off x="135382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Rectangle 2056"/>
          <p:cNvSpPr/>
          <p:nvPr/>
        </p:nvSpPr>
        <p:spPr>
          <a:xfrm>
            <a:off x="143128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Rectangle 2057"/>
          <p:cNvSpPr/>
          <p:nvPr/>
        </p:nvSpPr>
        <p:spPr>
          <a:xfrm>
            <a:off x="150876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Rectangle 2058"/>
          <p:cNvSpPr/>
          <p:nvPr/>
        </p:nvSpPr>
        <p:spPr>
          <a:xfrm>
            <a:off x="158622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Rectangle 2059"/>
          <p:cNvSpPr/>
          <p:nvPr/>
        </p:nvSpPr>
        <p:spPr>
          <a:xfrm>
            <a:off x="166370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1" name="Rectangle 2060"/>
          <p:cNvSpPr/>
          <p:nvPr/>
        </p:nvSpPr>
        <p:spPr>
          <a:xfrm>
            <a:off x="174117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Rectangle 2061"/>
          <p:cNvSpPr/>
          <p:nvPr/>
        </p:nvSpPr>
        <p:spPr>
          <a:xfrm>
            <a:off x="181863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3" name="Rectangle 2062"/>
          <p:cNvSpPr/>
          <p:nvPr/>
        </p:nvSpPr>
        <p:spPr>
          <a:xfrm>
            <a:off x="189611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4" name="Rectangle 2063"/>
          <p:cNvSpPr/>
          <p:nvPr/>
        </p:nvSpPr>
        <p:spPr>
          <a:xfrm>
            <a:off x="197358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Rectangle 2064"/>
          <p:cNvSpPr/>
          <p:nvPr/>
        </p:nvSpPr>
        <p:spPr>
          <a:xfrm>
            <a:off x="205104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Rectangle 2065"/>
          <p:cNvSpPr/>
          <p:nvPr/>
        </p:nvSpPr>
        <p:spPr>
          <a:xfrm>
            <a:off x="212852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7" name="Rectangle 2066"/>
          <p:cNvSpPr/>
          <p:nvPr/>
        </p:nvSpPr>
        <p:spPr>
          <a:xfrm>
            <a:off x="220599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Rectangle 2067"/>
          <p:cNvSpPr/>
          <p:nvPr/>
        </p:nvSpPr>
        <p:spPr>
          <a:xfrm>
            <a:off x="228345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Rectangle 2068"/>
          <p:cNvSpPr/>
          <p:nvPr/>
        </p:nvSpPr>
        <p:spPr>
          <a:xfrm>
            <a:off x="236093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0" name="Rectangle 2069"/>
          <p:cNvSpPr/>
          <p:nvPr/>
        </p:nvSpPr>
        <p:spPr>
          <a:xfrm>
            <a:off x="243840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Rectangle 2070"/>
          <p:cNvSpPr/>
          <p:nvPr/>
        </p:nvSpPr>
        <p:spPr>
          <a:xfrm>
            <a:off x="251587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Rectangle 2071"/>
          <p:cNvSpPr/>
          <p:nvPr/>
        </p:nvSpPr>
        <p:spPr>
          <a:xfrm>
            <a:off x="259333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3" name="Rectangle 2072"/>
          <p:cNvSpPr/>
          <p:nvPr/>
        </p:nvSpPr>
        <p:spPr>
          <a:xfrm>
            <a:off x="267081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Rectangle 2073"/>
          <p:cNvSpPr/>
          <p:nvPr/>
        </p:nvSpPr>
        <p:spPr>
          <a:xfrm>
            <a:off x="274828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Rectangle 2074"/>
          <p:cNvSpPr/>
          <p:nvPr/>
        </p:nvSpPr>
        <p:spPr>
          <a:xfrm>
            <a:off x="282575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6" name="Rectangle 2075"/>
          <p:cNvSpPr/>
          <p:nvPr/>
        </p:nvSpPr>
        <p:spPr>
          <a:xfrm>
            <a:off x="290322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Rectangle 2076"/>
          <p:cNvSpPr/>
          <p:nvPr/>
        </p:nvSpPr>
        <p:spPr>
          <a:xfrm>
            <a:off x="298069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Rectangle 2077"/>
          <p:cNvSpPr/>
          <p:nvPr/>
        </p:nvSpPr>
        <p:spPr>
          <a:xfrm>
            <a:off x="305815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9" name="Rectangle 2078"/>
          <p:cNvSpPr/>
          <p:nvPr/>
        </p:nvSpPr>
        <p:spPr>
          <a:xfrm>
            <a:off x="313563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Rectangle 2079"/>
          <p:cNvSpPr/>
          <p:nvPr/>
        </p:nvSpPr>
        <p:spPr>
          <a:xfrm>
            <a:off x="321310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Rectangle 2080"/>
          <p:cNvSpPr/>
          <p:nvPr/>
        </p:nvSpPr>
        <p:spPr>
          <a:xfrm>
            <a:off x="329057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2" name="Rectangle 2081"/>
          <p:cNvSpPr/>
          <p:nvPr/>
        </p:nvSpPr>
        <p:spPr>
          <a:xfrm>
            <a:off x="336804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Rectangle 2082"/>
          <p:cNvSpPr/>
          <p:nvPr/>
        </p:nvSpPr>
        <p:spPr>
          <a:xfrm>
            <a:off x="344551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Rectangle 2083"/>
          <p:cNvSpPr/>
          <p:nvPr/>
        </p:nvSpPr>
        <p:spPr>
          <a:xfrm>
            <a:off x="352297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5" name="Rectangle 2084"/>
          <p:cNvSpPr/>
          <p:nvPr/>
        </p:nvSpPr>
        <p:spPr>
          <a:xfrm>
            <a:off x="360045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Rectangle 2085"/>
          <p:cNvSpPr/>
          <p:nvPr/>
        </p:nvSpPr>
        <p:spPr>
          <a:xfrm>
            <a:off x="367792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Rectangle 2086"/>
          <p:cNvSpPr/>
          <p:nvPr/>
        </p:nvSpPr>
        <p:spPr>
          <a:xfrm>
            <a:off x="375539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8" name="Rectangle 2087"/>
          <p:cNvSpPr/>
          <p:nvPr/>
        </p:nvSpPr>
        <p:spPr>
          <a:xfrm>
            <a:off x="383286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Rectangle 2088"/>
          <p:cNvSpPr/>
          <p:nvPr/>
        </p:nvSpPr>
        <p:spPr>
          <a:xfrm>
            <a:off x="391033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Rectangle 2089"/>
          <p:cNvSpPr/>
          <p:nvPr/>
        </p:nvSpPr>
        <p:spPr>
          <a:xfrm>
            <a:off x="398779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1" name="Rectangle 2090"/>
          <p:cNvSpPr/>
          <p:nvPr/>
        </p:nvSpPr>
        <p:spPr>
          <a:xfrm>
            <a:off x="406527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Rectangle 2091"/>
          <p:cNvSpPr/>
          <p:nvPr/>
        </p:nvSpPr>
        <p:spPr>
          <a:xfrm>
            <a:off x="414274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Rectangle 2092"/>
          <p:cNvSpPr/>
          <p:nvPr/>
        </p:nvSpPr>
        <p:spPr>
          <a:xfrm>
            <a:off x="422020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4" name="Rectangle 2093"/>
          <p:cNvSpPr/>
          <p:nvPr/>
        </p:nvSpPr>
        <p:spPr>
          <a:xfrm>
            <a:off x="429768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Rectangle 2094"/>
          <p:cNvSpPr/>
          <p:nvPr/>
        </p:nvSpPr>
        <p:spPr>
          <a:xfrm>
            <a:off x="437515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Rectangle 2095"/>
          <p:cNvSpPr/>
          <p:nvPr/>
        </p:nvSpPr>
        <p:spPr>
          <a:xfrm>
            <a:off x="445261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" name="Rectangle 2096"/>
          <p:cNvSpPr/>
          <p:nvPr/>
        </p:nvSpPr>
        <p:spPr>
          <a:xfrm>
            <a:off x="453009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Rectangle 2097"/>
          <p:cNvSpPr/>
          <p:nvPr/>
        </p:nvSpPr>
        <p:spPr>
          <a:xfrm>
            <a:off x="460756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Rectangle 2098"/>
          <p:cNvSpPr/>
          <p:nvPr/>
        </p:nvSpPr>
        <p:spPr>
          <a:xfrm>
            <a:off x="468503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0" name="Rectangle 2099"/>
          <p:cNvSpPr/>
          <p:nvPr/>
        </p:nvSpPr>
        <p:spPr>
          <a:xfrm>
            <a:off x="476250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Rectangle 2100"/>
          <p:cNvSpPr/>
          <p:nvPr/>
        </p:nvSpPr>
        <p:spPr>
          <a:xfrm>
            <a:off x="483997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Rectangle 2101"/>
          <p:cNvSpPr/>
          <p:nvPr/>
        </p:nvSpPr>
        <p:spPr>
          <a:xfrm>
            <a:off x="491744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" name="Rectangle 2102"/>
          <p:cNvSpPr/>
          <p:nvPr/>
        </p:nvSpPr>
        <p:spPr>
          <a:xfrm>
            <a:off x="499491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Rectangle 2103"/>
          <p:cNvSpPr/>
          <p:nvPr/>
        </p:nvSpPr>
        <p:spPr>
          <a:xfrm>
            <a:off x="5072379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Rectangle 2104"/>
          <p:cNvSpPr/>
          <p:nvPr/>
        </p:nvSpPr>
        <p:spPr>
          <a:xfrm>
            <a:off x="5149850" y="33909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6" name="Rectangle 2105"/>
          <p:cNvSpPr/>
          <p:nvPr/>
        </p:nvSpPr>
        <p:spPr>
          <a:xfrm>
            <a:off x="57912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Rectangle 2106"/>
          <p:cNvSpPr/>
          <p:nvPr/>
        </p:nvSpPr>
        <p:spPr>
          <a:xfrm>
            <a:off x="65659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Rectangle 2107"/>
          <p:cNvSpPr/>
          <p:nvPr/>
        </p:nvSpPr>
        <p:spPr>
          <a:xfrm>
            <a:off x="73405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9" name="Rectangle 2108"/>
          <p:cNvSpPr/>
          <p:nvPr/>
        </p:nvSpPr>
        <p:spPr>
          <a:xfrm>
            <a:off x="81153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Rectangle 2109"/>
          <p:cNvSpPr/>
          <p:nvPr/>
        </p:nvSpPr>
        <p:spPr>
          <a:xfrm>
            <a:off x="88899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Rectangle 2110"/>
          <p:cNvSpPr/>
          <p:nvPr/>
        </p:nvSpPr>
        <p:spPr>
          <a:xfrm>
            <a:off x="96647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2" name="Rectangle 2111"/>
          <p:cNvSpPr/>
          <p:nvPr/>
        </p:nvSpPr>
        <p:spPr>
          <a:xfrm>
            <a:off x="104394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Rectangle 2112"/>
          <p:cNvSpPr/>
          <p:nvPr/>
        </p:nvSpPr>
        <p:spPr>
          <a:xfrm>
            <a:off x="112141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Rectangle 2113"/>
          <p:cNvSpPr/>
          <p:nvPr/>
        </p:nvSpPr>
        <p:spPr>
          <a:xfrm>
            <a:off x="119887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5" name="Rectangle 2114"/>
          <p:cNvSpPr/>
          <p:nvPr/>
        </p:nvSpPr>
        <p:spPr>
          <a:xfrm>
            <a:off x="127635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Rectangle 2115"/>
          <p:cNvSpPr/>
          <p:nvPr/>
        </p:nvSpPr>
        <p:spPr>
          <a:xfrm>
            <a:off x="135382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7" name="Rectangle 2116"/>
          <p:cNvSpPr/>
          <p:nvPr/>
        </p:nvSpPr>
        <p:spPr>
          <a:xfrm>
            <a:off x="143128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8" name="Rectangle 2117"/>
          <p:cNvSpPr/>
          <p:nvPr/>
        </p:nvSpPr>
        <p:spPr>
          <a:xfrm>
            <a:off x="150876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Rectangle 2118"/>
          <p:cNvSpPr/>
          <p:nvPr/>
        </p:nvSpPr>
        <p:spPr>
          <a:xfrm>
            <a:off x="158622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0" name="Rectangle 2119"/>
          <p:cNvSpPr/>
          <p:nvPr/>
        </p:nvSpPr>
        <p:spPr>
          <a:xfrm>
            <a:off x="166370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1" name="Rectangle 2120"/>
          <p:cNvSpPr/>
          <p:nvPr/>
        </p:nvSpPr>
        <p:spPr>
          <a:xfrm>
            <a:off x="174117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Rectangle 2121"/>
          <p:cNvSpPr/>
          <p:nvPr/>
        </p:nvSpPr>
        <p:spPr>
          <a:xfrm>
            <a:off x="181863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3" name="Rectangle 2122"/>
          <p:cNvSpPr/>
          <p:nvPr/>
        </p:nvSpPr>
        <p:spPr>
          <a:xfrm>
            <a:off x="189611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4" name="Rectangle 2123"/>
          <p:cNvSpPr/>
          <p:nvPr/>
        </p:nvSpPr>
        <p:spPr>
          <a:xfrm>
            <a:off x="197358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Rectangle 2124"/>
          <p:cNvSpPr/>
          <p:nvPr/>
        </p:nvSpPr>
        <p:spPr>
          <a:xfrm>
            <a:off x="205104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6" name="Rectangle 2125"/>
          <p:cNvSpPr/>
          <p:nvPr/>
        </p:nvSpPr>
        <p:spPr>
          <a:xfrm>
            <a:off x="212852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7" name="Rectangle 2126"/>
          <p:cNvSpPr/>
          <p:nvPr/>
        </p:nvSpPr>
        <p:spPr>
          <a:xfrm>
            <a:off x="220599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Rectangle 2127"/>
          <p:cNvSpPr/>
          <p:nvPr/>
        </p:nvSpPr>
        <p:spPr>
          <a:xfrm>
            <a:off x="228345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9" name="Rectangle 2128"/>
          <p:cNvSpPr/>
          <p:nvPr/>
        </p:nvSpPr>
        <p:spPr>
          <a:xfrm>
            <a:off x="236093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0" name="Rectangle 2129"/>
          <p:cNvSpPr/>
          <p:nvPr/>
        </p:nvSpPr>
        <p:spPr>
          <a:xfrm>
            <a:off x="243840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1" name="Rectangle 2130"/>
          <p:cNvSpPr/>
          <p:nvPr/>
        </p:nvSpPr>
        <p:spPr>
          <a:xfrm>
            <a:off x="251587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2" name="Rectangle 2131"/>
          <p:cNvSpPr/>
          <p:nvPr/>
        </p:nvSpPr>
        <p:spPr>
          <a:xfrm>
            <a:off x="259333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3" name="Rectangle 2132"/>
          <p:cNvSpPr/>
          <p:nvPr/>
        </p:nvSpPr>
        <p:spPr>
          <a:xfrm>
            <a:off x="267081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4" name="Rectangle 2133"/>
          <p:cNvSpPr/>
          <p:nvPr/>
        </p:nvSpPr>
        <p:spPr>
          <a:xfrm>
            <a:off x="274828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5" name="Rectangle 2134"/>
          <p:cNvSpPr/>
          <p:nvPr/>
        </p:nvSpPr>
        <p:spPr>
          <a:xfrm>
            <a:off x="282575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6" name="Rectangle 2135"/>
          <p:cNvSpPr/>
          <p:nvPr/>
        </p:nvSpPr>
        <p:spPr>
          <a:xfrm>
            <a:off x="290322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7" name="Rectangle 2136"/>
          <p:cNvSpPr/>
          <p:nvPr/>
        </p:nvSpPr>
        <p:spPr>
          <a:xfrm>
            <a:off x="298069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8" name="Rectangle 2137"/>
          <p:cNvSpPr/>
          <p:nvPr/>
        </p:nvSpPr>
        <p:spPr>
          <a:xfrm>
            <a:off x="305815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9" name="Rectangle 2138"/>
          <p:cNvSpPr/>
          <p:nvPr/>
        </p:nvSpPr>
        <p:spPr>
          <a:xfrm>
            <a:off x="313563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0" name="Rectangle 2139"/>
          <p:cNvSpPr/>
          <p:nvPr/>
        </p:nvSpPr>
        <p:spPr>
          <a:xfrm>
            <a:off x="321310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1" name="Rectangle 2140"/>
          <p:cNvSpPr/>
          <p:nvPr/>
        </p:nvSpPr>
        <p:spPr>
          <a:xfrm>
            <a:off x="329057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" name="Rectangle 2141"/>
          <p:cNvSpPr/>
          <p:nvPr/>
        </p:nvSpPr>
        <p:spPr>
          <a:xfrm>
            <a:off x="336804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" name="Rectangle 2142"/>
          <p:cNvSpPr/>
          <p:nvPr/>
        </p:nvSpPr>
        <p:spPr>
          <a:xfrm>
            <a:off x="344551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" name="Rectangle 2143"/>
          <p:cNvSpPr/>
          <p:nvPr/>
        </p:nvSpPr>
        <p:spPr>
          <a:xfrm>
            <a:off x="352297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" name="Rectangle 2144"/>
          <p:cNvSpPr/>
          <p:nvPr/>
        </p:nvSpPr>
        <p:spPr>
          <a:xfrm>
            <a:off x="360045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6" name="Rectangle 2145"/>
          <p:cNvSpPr/>
          <p:nvPr/>
        </p:nvSpPr>
        <p:spPr>
          <a:xfrm>
            <a:off x="367792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" name="Rectangle 2146"/>
          <p:cNvSpPr/>
          <p:nvPr/>
        </p:nvSpPr>
        <p:spPr>
          <a:xfrm>
            <a:off x="375539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8" name="Rectangle 2147"/>
          <p:cNvSpPr/>
          <p:nvPr/>
        </p:nvSpPr>
        <p:spPr>
          <a:xfrm>
            <a:off x="383286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9" name="Rectangle 2148"/>
          <p:cNvSpPr/>
          <p:nvPr/>
        </p:nvSpPr>
        <p:spPr>
          <a:xfrm>
            <a:off x="391033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" name="Rectangle 2149"/>
          <p:cNvSpPr/>
          <p:nvPr/>
        </p:nvSpPr>
        <p:spPr>
          <a:xfrm>
            <a:off x="398779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" name="Rectangle 2150"/>
          <p:cNvSpPr/>
          <p:nvPr/>
        </p:nvSpPr>
        <p:spPr>
          <a:xfrm>
            <a:off x="406527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" name="Rectangle 2151"/>
          <p:cNvSpPr/>
          <p:nvPr/>
        </p:nvSpPr>
        <p:spPr>
          <a:xfrm>
            <a:off x="414274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3" name="Rectangle 2152"/>
          <p:cNvSpPr/>
          <p:nvPr/>
        </p:nvSpPr>
        <p:spPr>
          <a:xfrm>
            <a:off x="422020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4" name="Rectangle 2153"/>
          <p:cNvSpPr/>
          <p:nvPr/>
        </p:nvSpPr>
        <p:spPr>
          <a:xfrm>
            <a:off x="429768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5" name="Rectangle 2154"/>
          <p:cNvSpPr/>
          <p:nvPr/>
        </p:nvSpPr>
        <p:spPr>
          <a:xfrm>
            <a:off x="437515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6" name="Rectangle 2155"/>
          <p:cNvSpPr/>
          <p:nvPr/>
        </p:nvSpPr>
        <p:spPr>
          <a:xfrm>
            <a:off x="445261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7" name="Rectangle 2156"/>
          <p:cNvSpPr/>
          <p:nvPr/>
        </p:nvSpPr>
        <p:spPr>
          <a:xfrm>
            <a:off x="453009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8" name="Rectangle 2157"/>
          <p:cNvSpPr/>
          <p:nvPr/>
        </p:nvSpPr>
        <p:spPr>
          <a:xfrm>
            <a:off x="460756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9" name="Rectangle 2158"/>
          <p:cNvSpPr/>
          <p:nvPr/>
        </p:nvSpPr>
        <p:spPr>
          <a:xfrm>
            <a:off x="468503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0" name="Rectangle 2159"/>
          <p:cNvSpPr/>
          <p:nvPr/>
        </p:nvSpPr>
        <p:spPr>
          <a:xfrm>
            <a:off x="476250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1" name="Rectangle 2160"/>
          <p:cNvSpPr/>
          <p:nvPr/>
        </p:nvSpPr>
        <p:spPr>
          <a:xfrm>
            <a:off x="483997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2" name="Rectangle 2161"/>
          <p:cNvSpPr/>
          <p:nvPr/>
        </p:nvSpPr>
        <p:spPr>
          <a:xfrm>
            <a:off x="491744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" name="Rectangle 2162"/>
          <p:cNvSpPr/>
          <p:nvPr/>
        </p:nvSpPr>
        <p:spPr>
          <a:xfrm>
            <a:off x="499491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" name="Rectangle 2163"/>
          <p:cNvSpPr/>
          <p:nvPr/>
        </p:nvSpPr>
        <p:spPr>
          <a:xfrm>
            <a:off x="5072379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" name="Rectangle 2164"/>
          <p:cNvSpPr/>
          <p:nvPr/>
        </p:nvSpPr>
        <p:spPr>
          <a:xfrm>
            <a:off x="5149850" y="33528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6" name="Rectangle 2165"/>
          <p:cNvSpPr/>
          <p:nvPr/>
        </p:nvSpPr>
        <p:spPr>
          <a:xfrm>
            <a:off x="57912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7" name="Rectangle 2166"/>
          <p:cNvSpPr/>
          <p:nvPr/>
        </p:nvSpPr>
        <p:spPr>
          <a:xfrm>
            <a:off x="65659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8" name="Rectangle 2167"/>
          <p:cNvSpPr/>
          <p:nvPr/>
        </p:nvSpPr>
        <p:spPr>
          <a:xfrm>
            <a:off x="73405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9" name="Rectangle 2168"/>
          <p:cNvSpPr/>
          <p:nvPr/>
        </p:nvSpPr>
        <p:spPr>
          <a:xfrm>
            <a:off x="81153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0" name="Rectangle 2169"/>
          <p:cNvSpPr/>
          <p:nvPr/>
        </p:nvSpPr>
        <p:spPr>
          <a:xfrm>
            <a:off x="88899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1" name="Rectangle 2170"/>
          <p:cNvSpPr/>
          <p:nvPr/>
        </p:nvSpPr>
        <p:spPr>
          <a:xfrm>
            <a:off x="96647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2" name="Rectangle 2171"/>
          <p:cNvSpPr/>
          <p:nvPr/>
        </p:nvSpPr>
        <p:spPr>
          <a:xfrm>
            <a:off x="104394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3" name="Rectangle 2172"/>
          <p:cNvSpPr/>
          <p:nvPr/>
        </p:nvSpPr>
        <p:spPr>
          <a:xfrm>
            <a:off x="112141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4" name="Rectangle 2173"/>
          <p:cNvSpPr/>
          <p:nvPr/>
        </p:nvSpPr>
        <p:spPr>
          <a:xfrm>
            <a:off x="119887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5" name="Rectangle 2174"/>
          <p:cNvSpPr/>
          <p:nvPr/>
        </p:nvSpPr>
        <p:spPr>
          <a:xfrm>
            <a:off x="127635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6" name="Rectangle 2175"/>
          <p:cNvSpPr/>
          <p:nvPr/>
        </p:nvSpPr>
        <p:spPr>
          <a:xfrm>
            <a:off x="135382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7" name="Rectangle 2176"/>
          <p:cNvSpPr/>
          <p:nvPr/>
        </p:nvSpPr>
        <p:spPr>
          <a:xfrm>
            <a:off x="143128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8" name="Rectangle 2177"/>
          <p:cNvSpPr/>
          <p:nvPr/>
        </p:nvSpPr>
        <p:spPr>
          <a:xfrm>
            <a:off x="150876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9" name="Rectangle 2178"/>
          <p:cNvSpPr/>
          <p:nvPr/>
        </p:nvSpPr>
        <p:spPr>
          <a:xfrm>
            <a:off x="158622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0" name="Rectangle 2179"/>
          <p:cNvSpPr/>
          <p:nvPr/>
        </p:nvSpPr>
        <p:spPr>
          <a:xfrm>
            <a:off x="166370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1" name="Rectangle 2180"/>
          <p:cNvSpPr/>
          <p:nvPr/>
        </p:nvSpPr>
        <p:spPr>
          <a:xfrm>
            <a:off x="174117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2" name="Rectangle 2181"/>
          <p:cNvSpPr/>
          <p:nvPr/>
        </p:nvSpPr>
        <p:spPr>
          <a:xfrm>
            <a:off x="181863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3" name="Rectangle 2182"/>
          <p:cNvSpPr/>
          <p:nvPr/>
        </p:nvSpPr>
        <p:spPr>
          <a:xfrm>
            <a:off x="189611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4" name="Rectangle 2183"/>
          <p:cNvSpPr/>
          <p:nvPr/>
        </p:nvSpPr>
        <p:spPr>
          <a:xfrm>
            <a:off x="197358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5" name="Rectangle 2184"/>
          <p:cNvSpPr/>
          <p:nvPr/>
        </p:nvSpPr>
        <p:spPr>
          <a:xfrm>
            <a:off x="205104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6" name="Rectangle 2185"/>
          <p:cNvSpPr/>
          <p:nvPr/>
        </p:nvSpPr>
        <p:spPr>
          <a:xfrm>
            <a:off x="212852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7" name="Rectangle 2186"/>
          <p:cNvSpPr/>
          <p:nvPr/>
        </p:nvSpPr>
        <p:spPr>
          <a:xfrm>
            <a:off x="220599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8" name="Rectangle 2187"/>
          <p:cNvSpPr/>
          <p:nvPr/>
        </p:nvSpPr>
        <p:spPr>
          <a:xfrm>
            <a:off x="228345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9" name="Rectangle 2188"/>
          <p:cNvSpPr/>
          <p:nvPr/>
        </p:nvSpPr>
        <p:spPr>
          <a:xfrm>
            <a:off x="236093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0" name="Rectangle 2189"/>
          <p:cNvSpPr/>
          <p:nvPr/>
        </p:nvSpPr>
        <p:spPr>
          <a:xfrm>
            <a:off x="243840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1" name="Rectangle 2190"/>
          <p:cNvSpPr/>
          <p:nvPr/>
        </p:nvSpPr>
        <p:spPr>
          <a:xfrm>
            <a:off x="251587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2" name="Rectangle 2191"/>
          <p:cNvSpPr/>
          <p:nvPr/>
        </p:nvSpPr>
        <p:spPr>
          <a:xfrm>
            <a:off x="259333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3" name="Rectangle 2192"/>
          <p:cNvSpPr/>
          <p:nvPr/>
        </p:nvSpPr>
        <p:spPr>
          <a:xfrm>
            <a:off x="267081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4" name="Rectangle 2193"/>
          <p:cNvSpPr/>
          <p:nvPr/>
        </p:nvSpPr>
        <p:spPr>
          <a:xfrm>
            <a:off x="274828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5" name="Rectangle 2194"/>
          <p:cNvSpPr/>
          <p:nvPr/>
        </p:nvSpPr>
        <p:spPr>
          <a:xfrm>
            <a:off x="282575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6" name="Rectangle 2195"/>
          <p:cNvSpPr/>
          <p:nvPr/>
        </p:nvSpPr>
        <p:spPr>
          <a:xfrm>
            <a:off x="290322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7" name="Rectangle 2196"/>
          <p:cNvSpPr/>
          <p:nvPr/>
        </p:nvSpPr>
        <p:spPr>
          <a:xfrm>
            <a:off x="298069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8" name="Rectangle 2197"/>
          <p:cNvSpPr/>
          <p:nvPr/>
        </p:nvSpPr>
        <p:spPr>
          <a:xfrm>
            <a:off x="305815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Rectangle 2198"/>
          <p:cNvSpPr/>
          <p:nvPr/>
        </p:nvSpPr>
        <p:spPr>
          <a:xfrm>
            <a:off x="313563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0" name="Rectangle 2199"/>
          <p:cNvSpPr/>
          <p:nvPr/>
        </p:nvSpPr>
        <p:spPr>
          <a:xfrm>
            <a:off x="321310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1" name="Rectangle 2200"/>
          <p:cNvSpPr/>
          <p:nvPr/>
        </p:nvSpPr>
        <p:spPr>
          <a:xfrm>
            <a:off x="329057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Rectangle 2201"/>
          <p:cNvSpPr/>
          <p:nvPr/>
        </p:nvSpPr>
        <p:spPr>
          <a:xfrm>
            <a:off x="336804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3" name="Rectangle 2202"/>
          <p:cNvSpPr/>
          <p:nvPr/>
        </p:nvSpPr>
        <p:spPr>
          <a:xfrm>
            <a:off x="344551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4" name="Rectangle 2203"/>
          <p:cNvSpPr/>
          <p:nvPr/>
        </p:nvSpPr>
        <p:spPr>
          <a:xfrm>
            <a:off x="352297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Rectangle 2204"/>
          <p:cNvSpPr/>
          <p:nvPr/>
        </p:nvSpPr>
        <p:spPr>
          <a:xfrm>
            <a:off x="360045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6" name="Rectangle 2205"/>
          <p:cNvSpPr/>
          <p:nvPr/>
        </p:nvSpPr>
        <p:spPr>
          <a:xfrm>
            <a:off x="367792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7" name="Rectangle 2206"/>
          <p:cNvSpPr/>
          <p:nvPr/>
        </p:nvSpPr>
        <p:spPr>
          <a:xfrm>
            <a:off x="375539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Rectangle 2207"/>
          <p:cNvSpPr/>
          <p:nvPr/>
        </p:nvSpPr>
        <p:spPr>
          <a:xfrm>
            <a:off x="383286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9" name="Rectangle 2208"/>
          <p:cNvSpPr/>
          <p:nvPr/>
        </p:nvSpPr>
        <p:spPr>
          <a:xfrm>
            <a:off x="391033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0" name="Rectangle 2209"/>
          <p:cNvSpPr/>
          <p:nvPr/>
        </p:nvSpPr>
        <p:spPr>
          <a:xfrm>
            <a:off x="398779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Rectangle 2210"/>
          <p:cNvSpPr/>
          <p:nvPr/>
        </p:nvSpPr>
        <p:spPr>
          <a:xfrm>
            <a:off x="406527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2" name="Rectangle 2211"/>
          <p:cNvSpPr/>
          <p:nvPr/>
        </p:nvSpPr>
        <p:spPr>
          <a:xfrm>
            <a:off x="414274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3" name="Rectangle 2212"/>
          <p:cNvSpPr/>
          <p:nvPr/>
        </p:nvSpPr>
        <p:spPr>
          <a:xfrm>
            <a:off x="422020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Rectangle 2213"/>
          <p:cNvSpPr/>
          <p:nvPr/>
        </p:nvSpPr>
        <p:spPr>
          <a:xfrm>
            <a:off x="429768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5" name="Rectangle 2214"/>
          <p:cNvSpPr/>
          <p:nvPr/>
        </p:nvSpPr>
        <p:spPr>
          <a:xfrm>
            <a:off x="437515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6" name="Rectangle 2215"/>
          <p:cNvSpPr/>
          <p:nvPr/>
        </p:nvSpPr>
        <p:spPr>
          <a:xfrm>
            <a:off x="445261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Rectangle 2216"/>
          <p:cNvSpPr/>
          <p:nvPr/>
        </p:nvSpPr>
        <p:spPr>
          <a:xfrm>
            <a:off x="453009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8" name="Rectangle 2217"/>
          <p:cNvSpPr/>
          <p:nvPr/>
        </p:nvSpPr>
        <p:spPr>
          <a:xfrm>
            <a:off x="460756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9" name="Rectangle 2218"/>
          <p:cNvSpPr/>
          <p:nvPr/>
        </p:nvSpPr>
        <p:spPr>
          <a:xfrm>
            <a:off x="468503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Rectangle 2219"/>
          <p:cNvSpPr/>
          <p:nvPr/>
        </p:nvSpPr>
        <p:spPr>
          <a:xfrm>
            <a:off x="476250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1" name="Rectangle 2220"/>
          <p:cNvSpPr/>
          <p:nvPr/>
        </p:nvSpPr>
        <p:spPr>
          <a:xfrm>
            <a:off x="483997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2" name="Rectangle 2221"/>
          <p:cNvSpPr/>
          <p:nvPr/>
        </p:nvSpPr>
        <p:spPr>
          <a:xfrm>
            <a:off x="491744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Rectangle 2222"/>
          <p:cNvSpPr/>
          <p:nvPr/>
        </p:nvSpPr>
        <p:spPr>
          <a:xfrm>
            <a:off x="499491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4" name="Rectangle 2223"/>
          <p:cNvSpPr/>
          <p:nvPr/>
        </p:nvSpPr>
        <p:spPr>
          <a:xfrm>
            <a:off x="5072379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5" name="Rectangle 2224"/>
          <p:cNvSpPr/>
          <p:nvPr/>
        </p:nvSpPr>
        <p:spPr>
          <a:xfrm>
            <a:off x="5149850" y="33147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Rectangle 2225"/>
          <p:cNvSpPr/>
          <p:nvPr/>
        </p:nvSpPr>
        <p:spPr>
          <a:xfrm>
            <a:off x="57912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7" name="Rectangle 2226"/>
          <p:cNvSpPr/>
          <p:nvPr/>
        </p:nvSpPr>
        <p:spPr>
          <a:xfrm>
            <a:off x="65659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8" name="Rectangle 2227"/>
          <p:cNvSpPr/>
          <p:nvPr/>
        </p:nvSpPr>
        <p:spPr>
          <a:xfrm>
            <a:off x="73405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Rectangle 2228"/>
          <p:cNvSpPr/>
          <p:nvPr/>
        </p:nvSpPr>
        <p:spPr>
          <a:xfrm>
            <a:off x="81153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0" name="Rectangle 2229"/>
          <p:cNvSpPr/>
          <p:nvPr/>
        </p:nvSpPr>
        <p:spPr>
          <a:xfrm>
            <a:off x="88899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1" name="Rectangle 2230"/>
          <p:cNvSpPr/>
          <p:nvPr/>
        </p:nvSpPr>
        <p:spPr>
          <a:xfrm>
            <a:off x="96647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Rectangle 2231"/>
          <p:cNvSpPr/>
          <p:nvPr/>
        </p:nvSpPr>
        <p:spPr>
          <a:xfrm>
            <a:off x="104394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3" name="Rectangle 2232"/>
          <p:cNvSpPr/>
          <p:nvPr/>
        </p:nvSpPr>
        <p:spPr>
          <a:xfrm>
            <a:off x="112141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4" name="Rectangle 2233"/>
          <p:cNvSpPr/>
          <p:nvPr/>
        </p:nvSpPr>
        <p:spPr>
          <a:xfrm>
            <a:off x="119887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Rectangle 2234"/>
          <p:cNvSpPr/>
          <p:nvPr/>
        </p:nvSpPr>
        <p:spPr>
          <a:xfrm>
            <a:off x="127635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6" name="Rectangle 2235"/>
          <p:cNvSpPr/>
          <p:nvPr/>
        </p:nvSpPr>
        <p:spPr>
          <a:xfrm>
            <a:off x="135382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7" name="Rectangle 2236"/>
          <p:cNvSpPr/>
          <p:nvPr/>
        </p:nvSpPr>
        <p:spPr>
          <a:xfrm>
            <a:off x="143128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Rectangle 2237"/>
          <p:cNvSpPr/>
          <p:nvPr/>
        </p:nvSpPr>
        <p:spPr>
          <a:xfrm>
            <a:off x="150876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9" name="Rectangle 2238"/>
          <p:cNvSpPr/>
          <p:nvPr/>
        </p:nvSpPr>
        <p:spPr>
          <a:xfrm>
            <a:off x="158622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0" name="Rectangle 2239"/>
          <p:cNvSpPr/>
          <p:nvPr/>
        </p:nvSpPr>
        <p:spPr>
          <a:xfrm>
            <a:off x="166370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Rectangle 2240"/>
          <p:cNvSpPr/>
          <p:nvPr/>
        </p:nvSpPr>
        <p:spPr>
          <a:xfrm>
            <a:off x="174117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2" name="Rectangle 2241"/>
          <p:cNvSpPr/>
          <p:nvPr/>
        </p:nvSpPr>
        <p:spPr>
          <a:xfrm>
            <a:off x="181863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3" name="Rectangle 2242"/>
          <p:cNvSpPr/>
          <p:nvPr/>
        </p:nvSpPr>
        <p:spPr>
          <a:xfrm>
            <a:off x="189611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Rectangle 2243"/>
          <p:cNvSpPr/>
          <p:nvPr/>
        </p:nvSpPr>
        <p:spPr>
          <a:xfrm>
            <a:off x="197358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5" name="Rectangle 2244"/>
          <p:cNvSpPr/>
          <p:nvPr/>
        </p:nvSpPr>
        <p:spPr>
          <a:xfrm>
            <a:off x="205104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6" name="Rectangle 2245"/>
          <p:cNvSpPr/>
          <p:nvPr/>
        </p:nvSpPr>
        <p:spPr>
          <a:xfrm>
            <a:off x="212852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Rectangle 2246"/>
          <p:cNvSpPr/>
          <p:nvPr/>
        </p:nvSpPr>
        <p:spPr>
          <a:xfrm>
            <a:off x="220599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8" name="Rectangle 2247"/>
          <p:cNvSpPr/>
          <p:nvPr/>
        </p:nvSpPr>
        <p:spPr>
          <a:xfrm>
            <a:off x="228345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9" name="Rectangle 2248"/>
          <p:cNvSpPr/>
          <p:nvPr/>
        </p:nvSpPr>
        <p:spPr>
          <a:xfrm>
            <a:off x="236093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Rectangle 2249"/>
          <p:cNvSpPr/>
          <p:nvPr/>
        </p:nvSpPr>
        <p:spPr>
          <a:xfrm>
            <a:off x="243840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1" name="Rectangle 2250"/>
          <p:cNvSpPr/>
          <p:nvPr/>
        </p:nvSpPr>
        <p:spPr>
          <a:xfrm>
            <a:off x="251587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2" name="Rectangle 2251"/>
          <p:cNvSpPr/>
          <p:nvPr/>
        </p:nvSpPr>
        <p:spPr>
          <a:xfrm>
            <a:off x="259333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Rectangle 2252"/>
          <p:cNvSpPr/>
          <p:nvPr/>
        </p:nvSpPr>
        <p:spPr>
          <a:xfrm>
            <a:off x="267081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Rectangle 2253"/>
          <p:cNvSpPr/>
          <p:nvPr/>
        </p:nvSpPr>
        <p:spPr>
          <a:xfrm>
            <a:off x="274828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5" name="Rectangle 2254"/>
          <p:cNvSpPr/>
          <p:nvPr/>
        </p:nvSpPr>
        <p:spPr>
          <a:xfrm>
            <a:off x="282575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Rectangle 2255"/>
          <p:cNvSpPr/>
          <p:nvPr/>
        </p:nvSpPr>
        <p:spPr>
          <a:xfrm>
            <a:off x="290322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7" name="Rectangle 2256"/>
          <p:cNvSpPr/>
          <p:nvPr/>
        </p:nvSpPr>
        <p:spPr>
          <a:xfrm>
            <a:off x="298069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8" name="Rectangle 2257"/>
          <p:cNvSpPr/>
          <p:nvPr/>
        </p:nvSpPr>
        <p:spPr>
          <a:xfrm>
            <a:off x="305815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9" name="Rectangle 2258"/>
          <p:cNvSpPr/>
          <p:nvPr/>
        </p:nvSpPr>
        <p:spPr>
          <a:xfrm>
            <a:off x="313563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0" name="Rectangle 2259"/>
          <p:cNvSpPr/>
          <p:nvPr/>
        </p:nvSpPr>
        <p:spPr>
          <a:xfrm>
            <a:off x="321310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1" name="Rectangle 2260"/>
          <p:cNvSpPr/>
          <p:nvPr/>
        </p:nvSpPr>
        <p:spPr>
          <a:xfrm>
            <a:off x="329057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2" name="Rectangle 2261"/>
          <p:cNvSpPr/>
          <p:nvPr/>
        </p:nvSpPr>
        <p:spPr>
          <a:xfrm>
            <a:off x="336804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3" name="Rectangle 2262"/>
          <p:cNvSpPr/>
          <p:nvPr/>
        </p:nvSpPr>
        <p:spPr>
          <a:xfrm>
            <a:off x="344551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4" name="Rectangle 2263"/>
          <p:cNvSpPr/>
          <p:nvPr/>
        </p:nvSpPr>
        <p:spPr>
          <a:xfrm>
            <a:off x="352297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5" name="Rectangle 2264"/>
          <p:cNvSpPr/>
          <p:nvPr/>
        </p:nvSpPr>
        <p:spPr>
          <a:xfrm>
            <a:off x="360045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6" name="Rectangle 2265"/>
          <p:cNvSpPr/>
          <p:nvPr/>
        </p:nvSpPr>
        <p:spPr>
          <a:xfrm>
            <a:off x="367792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7" name="Rectangle 2266"/>
          <p:cNvSpPr/>
          <p:nvPr/>
        </p:nvSpPr>
        <p:spPr>
          <a:xfrm>
            <a:off x="375539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8" name="Rectangle 2267"/>
          <p:cNvSpPr/>
          <p:nvPr/>
        </p:nvSpPr>
        <p:spPr>
          <a:xfrm>
            <a:off x="383286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9" name="Rectangle 2268"/>
          <p:cNvSpPr/>
          <p:nvPr/>
        </p:nvSpPr>
        <p:spPr>
          <a:xfrm>
            <a:off x="391033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0" name="Rectangle 2269"/>
          <p:cNvSpPr/>
          <p:nvPr/>
        </p:nvSpPr>
        <p:spPr>
          <a:xfrm>
            <a:off x="398779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1" name="Rectangle 2270"/>
          <p:cNvSpPr/>
          <p:nvPr/>
        </p:nvSpPr>
        <p:spPr>
          <a:xfrm>
            <a:off x="406527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2" name="Rectangle 2271"/>
          <p:cNvSpPr/>
          <p:nvPr/>
        </p:nvSpPr>
        <p:spPr>
          <a:xfrm>
            <a:off x="414274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3" name="Rectangle 2272"/>
          <p:cNvSpPr/>
          <p:nvPr/>
        </p:nvSpPr>
        <p:spPr>
          <a:xfrm>
            <a:off x="422020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4" name="Rectangle 2273"/>
          <p:cNvSpPr/>
          <p:nvPr/>
        </p:nvSpPr>
        <p:spPr>
          <a:xfrm>
            <a:off x="429768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5" name="Rectangle 2274"/>
          <p:cNvSpPr/>
          <p:nvPr/>
        </p:nvSpPr>
        <p:spPr>
          <a:xfrm>
            <a:off x="437515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6" name="Rectangle 2275"/>
          <p:cNvSpPr/>
          <p:nvPr/>
        </p:nvSpPr>
        <p:spPr>
          <a:xfrm>
            <a:off x="445261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7" name="Rectangle 2276"/>
          <p:cNvSpPr/>
          <p:nvPr/>
        </p:nvSpPr>
        <p:spPr>
          <a:xfrm>
            <a:off x="453009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8" name="Rectangle 2277"/>
          <p:cNvSpPr/>
          <p:nvPr/>
        </p:nvSpPr>
        <p:spPr>
          <a:xfrm>
            <a:off x="460756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9" name="Rectangle 2278"/>
          <p:cNvSpPr/>
          <p:nvPr/>
        </p:nvSpPr>
        <p:spPr>
          <a:xfrm>
            <a:off x="468503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0" name="Rectangle 2279"/>
          <p:cNvSpPr/>
          <p:nvPr/>
        </p:nvSpPr>
        <p:spPr>
          <a:xfrm>
            <a:off x="476250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1" name="Rectangle 2280"/>
          <p:cNvSpPr/>
          <p:nvPr/>
        </p:nvSpPr>
        <p:spPr>
          <a:xfrm>
            <a:off x="483997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2" name="Rectangle 2281"/>
          <p:cNvSpPr/>
          <p:nvPr/>
        </p:nvSpPr>
        <p:spPr>
          <a:xfrm>
            <a:off x="491744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3" name="Rectangle 2282"/>
          <p:cNvSpPr/>
          <p:nvPr/>
        </p:nvSpPr>
        <p:spPr>
          <a:xfrm>
            <a:off x="499491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4" name="Rectangle 2283"/>
          <p:cNvSpPr/>
          <p:nvPr/>
        </p:nvSpPr>
        <p:spPr>
          <a:xfrm>
            <a:off x="5072379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5" name="Rectangle 2284"/>
          <p:cNvSpPr/>
          <p:nvPr/>
        </p:nvSpPr>
        <p:spPr>
          <a:xfrm>
            <a:off x="5149850" y="3276600"/>
            <a:ext cx="79756" cy="40386"/>
          </a:xfrm>
          <a:prstGeom prst="rect">
            <a:avLst/>
          </a:prstGeom>
          <a:solidFill>
            <a:srgbClr val="1B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6" name="TextBox 2285"/>
          <p:cNvSpPr txBox="1"/>
          <p:nvPr/>
        </p:nvSpPr>
        <p:spPr>
          <a:xfrm>
            <a:off x="579120" y="4853940"/>
            <a:ext cx="46482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6BA"/>
                </a:solidFill>
                <a:latin typeface="PingFang SC"/>
                <a:ea typeface="PingFang SC"/>
              </a:rPr>
              <a:t>横轴：时间　纵轴：频率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6BA"/>
                </a:solidFill>
                <a:latin typeface="PingFang SC"/>
                <a:ea typeface="PingFang SC"/>
              </a:rPr>
              <a:t>颜色：声音强弱</a:t>
            </a:r>
          </a:p>
        </p:txBody>
      </p:sp>
      <p:sp>
        <p:nvSpPr>
          <p:cNvPr id="2287" name="TextBox 2286"/>
          <p:cNvSpPr txBox="1"/>
          <p:nvPr/>
        </p:nvSpPr>
        <p:spPr>
          <a:xfrm>
            <a:off x="579120" y="5593080"/>
            <a:ext cx="46482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FA794"/>
                </a:solidFill>
                <a:latin typeface="PingFang SC"/>
                <a:ea typeface="PingFang SC"/>
              </a:rPr>
              <a:t>人工合成信号的频谱示意 · 非真人录音</a:t>
            </a:r>
          </a:p>
        </p:txBody>
      </p:sp>
      <p:cxnSp>
        <p:nvCxnSpPr>
          <p:cNvPr id="2288" name="Connector 2287"/>
          <p:cNvCxnSpPr/>
          <p:nvPr/>
        </p:nvCxnSpPr>
        <p:spPr>
          <a:xfrm>
            <a:off x="5661660" y="2026920"/>
            <a:ext cx="0" cy="3924300"/>
          </a:xfrm>
          <a:prstGeom prst="line">
            <a:avLst/>
          </a:prstGeom>
          <a:ln w="7620">
            <a:solidFill>
              <a:srgbClr val="43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9" name="TextBox 2288"/>
          <p:cNvSpPr txBox="1"/>
          <p:nvPr/>
        </p:nvSpPr>
        <p:spPr>
          <a:xfrm>
            <a:off x="6172200" y="1981199"/>
            <a:ext cx="544068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B8EDC7"/>
                </a:solidFill>
                <a:latin typeface="PingFang SC"/>
                <a:ea typeface="PingFang SC"/>
              </a:rPr>
              <a:t>这一次，再提供</a:t>
            </a:r>
          </a:p>
        </p:txBody>
      </p:sp>
      <p:sp>
        <p:nvSpPr>
          <p:cNvPr id="2290" name="TextBox 2289"/>
          <p:cNvSpPr txBox="1"/>
          <p:nvPr/>
        </p:nvSpPr>
        <p:spPr>
          <a:xfrm>
            <a:off x="6172200" y="2834640"/>
            <a:ext cx="1905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BC6BA"/>
                </a:solidFill>
                <a:latin typeface="PingFang SC"/>
                <a:ea typeface="PingFang SC"/>
              </a:rPr>
              <a:t>音色线索</a:t>
            </a:r>
          </a:p>
        </p:txBody>
      </p:sp>
      <p:sp>
        <p:nvSpPr>
          <p:cNvPr id="2291" name="TextBox 2290"/>
          <p:cNvSpPr txBox="1"/>
          <p:nvPr/>
        </p:nvSpPr>
        <p:spPr>
          <a:xfrm>
            <a:off x="8534400" y="2758440"/>
            <a:ext cx="3048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>
                <a:solidFill>
                  <a:srgbClr val="EDEEE6"/>
                </a:solidFill>
                <a:latin typeface="PingFang SC"/>
                <a:ea typeface="PingFang SC"/>
              </a:rPr>
              <a:t>参考声音</a:t>
            </a:r>
          </a:p>
        </p:txBody>
      </p:sp>
      <p:sp>
        <p:nvSpPr>
          <p:cNvPr id="2292" name="TextBox 2291"/>
          <p:cNvSpPr txBox="1"/>
          <p:nvPr/>
        </p:nvSpPr>
        <p:spPr>
          <a:xfrm>
            <a:off x="6172200" y="3810000"/>
            <a:ext cx="1905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BC6BA"/>
                </a:solidFill>
                <a:latin typeface="PingFang SC"/>
                <a:ea typeface="PingFang SC"/>
              </a:rPr>
              <a:t>内容线索</a:t>
            </a:r>
          </a:p>
        </p:txBody>
      </p:sp>
      <p:sp>
        <p:nvSpPr>
          <p:cNvPr id="2293" name="TextBox 2292"/>
          <p:cNvSpPr txBox="1"/>
          <p:nvPr/>
        </p:nvSpPr>
        <p:spPr>
          <a:xfrm>
            <a:off x="8534400" y="3733799"/>
            <a:ext cx="3048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>
                <a:solidFill>
                  <a:srgbClr val="EDEEE6"/>
                </a:solidFill>
                <a:latin typeface="PingFang SC"/>
                <a:ea typeface="PingFang SC"/>
              </a:rPr>
              <a:t>新台词</a:t>
            </a:r>
          </a:p>
        </p:txBody>
      </p:sp>
      <p:sp>
        <p:nvSpPr>
          <p:cNvPr id="2294" name="Rectangle 2293"/>
          <p:cNvSpPr/>
          <p:nvPr/>
        </p:nvSpPr>
        <p:spPr>
          <a:xfrm>
            <a:off x="6172200" y="5036820"/>
            <a:ext cx="5440680" cy="853440"/>
          </a:xfrm>
          <a:prstGeom prst="rect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5" name="TextBox 2294"/>
          <p:cNvSpPr txBox="1"/>
          <p:nvPr/>
        </p:nvSpPr>
        <p:spPr>
          <a:xfrm>
            <a:off x="6400800" y="5219700"/>
            <a:ext cx="4953000" cy="5105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25"/>
              </a:lnSpc>
              <a:spcBef>
                <a:spcPts val="0"/>
              </a:spcBef>
              <a:spcAft>
                <a:spcPts val="0"/>
              </a:spcAft>
            </a:pPr>
            <a:r>
              <a:rPr sz="2820" b="1">
                <a:solidFill>
                  <a:srgbClr val="18201E"/>
                </a:solidFill>
                <a:latin typeface="PingFang SC"/>
                <a:ea typeface="PingFang SC"/>
              </a:rPr>
              <a:t>→ 生成新语音</a:t>
            </a:r>
          </a:p>
        </p:txBody>
      </p:sp>
      <p:cxnSp>
        <p:nvCxnSpPr>
          <p:cNvPr id="2296" name="Connector 2295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69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7" name="TextBox 2296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B7AD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2298" name="TextBox 2297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AAB7AD"/>
                </a:solidFill>
                <a:latin typeface="Menlo"/>
                <a:ea typeface="PingFang SC"/>
              </a:rPr>
              <a:t>06/22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03 / 音频驱动人像动画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再给这段声音一张脸。</a:t>
            </a:r>
          </a:p>
        </p:txBody>
      </p:sp>
      <p:pic>
        <p:nvPicPr>
          <p:cNvPr id="4" name="Picture 3" descr="fictional-portrait.png"/>
          <p:cNvPicPr>
            <a:picLocks noChangeAspect="1"/>
          </p:cNvPicPr>
          <p:nvPr/>
        </p:nvPicPr>
        <p:blipFill>
          <a:blip r:embed="rId2"/>
          <a:srcRect t="11068" b="16602"/>
          <a:stretch>
            <a:fillRect/>
          </a:stretch>
        </p:blipFill>
        <p:spPr>
          <a:xfrm>
            <a:off x="7665720" y="1844040"/>
            <a:ext cx="3947160" cy="4282440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8732520" y="3383280"/>
            <a:ext cx="594360" cy="243840"/>
          </a:xfrm>
          <a:custGeom>
            <a:avLst/>
            <a:gdLst/>
            <a:ahLst/>
            <a:cxnLst/>
            <a:rect l="l" t="t" r="r" b="b"/>
            <a:pathLst>
              <a:path w="78" h="32">
                <a:moveTo>
                  <a:pt x="0" y="23"/>
                </a:moveTo>
                <a:lnTo>
                  <a:pt x="21" y="3"/>
                </a:lnTo>
                <a:lnTo>
                  <a:pt x="52" y="0"/>
                </a:lnTo>
                <a:lnTo>
                  <a:pt x="78" y="17"/>
                </a:lnTo>
                <a:lnTo>
                  <a:pt x="52" y="31"/>
                </a:lnTo>
                <a:lnTo>
                  <a:pt x="21" y="32"/>
                </a:lnTo>
              </a:path>
            </a:pathLst>
          </a:custGeom>
          <a:noFill/>
          <a:ln w="12954">
            <a:solidFill>
              <a:srgbClr val="C83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13165" y="3538728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71051" y="3388842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07881" y="3367430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05239" y="3495903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07881" y="3602964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71051" y="3607247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913620" y="3383280"/>
            <a:ext cx="655320" cy="243840"/>
          </a:xfrm>
          <a:custGeom>
            <a:avLst/>
            <a:gdLst/>
            <a:ahLst/>
            <a:cxnLst/>
            <a:rect l="l" t="t" r="r" b="b"/>
            <a:pathLst>
              <a:path w="86" h="32">
                <a:moveTo>
                  <a:pt x="0" y="17"/>
                </a:moveTo>
                <a:lnTo>
                  <a:pt x="26" y="0"/>
                </a:lnTo>
                <a:lnTo>
                  <a:pt x="62" y="3"/>
                </a:lnTo>
                <a:lnTo>
                  <a:pt x="86" y="23"/>
                </a:lnTo>
                <a:lnTo>
                  <a:pt x="62" y="32"/>
                </a:lnTo>
                <a:lnTo>
                  <a:pt x="26" y="30"/>
                </a:lnTo>
              </a:path>
            </a:pathLst>
          </a:custGeom>
          <a:noFill/>
          <a:ln w="12954">
            <a:solidFill>
              <a:srgbClr val="C83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97313" y="3495903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94671" y="3367430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70972" y="3388842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48594" y="3538728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70972" y="3611529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94671" y="3594399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479280" y="3558540"/>
            <a:ext cx="358140" cy="708660"/>
          </a:xfrm>
          <a:custGeom>
            <a:avLst/>
            <a:gdLst/>
            <a:ahLst/>
            <a:cxnLst/>
            <a:rect l="l" t="t" r="r" b="b"/>
            <a:pathLst>
              <a:path w="47" h="93">
                <a:moveTo>
                  <a:pt x="21" y="0"/>
                </a:moveTo>
                <a:lnTo>
                  <a:pt x="11" y="39"/>
                </a:lnTo>
                <a:lnTo>
                  <a:pt x="0" y="84"/>
                </a:lnTo>
                <a:lnTo>
                  <a:pt x="21" y="93"/>
                </a:lnTo>
                <a:lnTo>
                  <a:pt x="47" y="84"/>
                </a:lnTo>
              </a:path>
            </a:pathLst>
          </a:custGeom>
          <a:noFill/>
          <a:ln w="12954">
            <a:solidFill>
              <a:srgbClr val="C83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21012" y="3538728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42068" y="3838498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63125" y="4181094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1012" y="4245330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18370" y="4181094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128760" y="4495800"/>
            <a:ext cx="982980" cy="289560"/>
          </a:xfrm>
          <a:custGeom>
            <a:avLst/>
            <a:gdLst/>
            <a:ahLst/>
            <a:cxnLst/>
            <a:rect l="l" t="t" r="r" b="b"/>
            <a:pathLst>
              <a:path w="129" h="38">
                <a:moveTo>
                  <a:pt x="0" y="17"/>
                </a:moveTo>
                <a:lnTo>
                  <a:pt x="31" y="3"/>
                </a:lnTo>
                <a:lnTo>
                  <a:pt x="67" y="0"/>
                </a:lnTo>
                <a:lnTo>
                  <a:pt x="101" y="8"/>
                </a:lnTo>
                <a:lnTo>
                  <a:pt x="129" y="18"/>
                </a:lnTo>
                <a:lnTo>
                  <a:pt x="98" y="32"/>
                </a:lnTo>
                <a:lnTo>
                  <a:pt x="67" y="38"/>
                </a:lnTo>
                <a:lnTo>
                  <a:pt x="31" y="31"/>
                </a:lnTo>
              </a:path>
            </a:pathLst>
          </a:custGeom>
          <a:noFill/>
          <a:ln w="12954">
            <a:solidFill>
              <a:srgbClr val="C83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881" y="4609338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44710" y="4502277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21012" y="4480864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7577" y="4536536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94671" y="4617902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57841" y="4724963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21012" y="4763505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44710" y="4716399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534400" y="3512820"/>
            <a:ext cx="2209800" cy="1798320"/>
          </a:xfrm>
          <a:custGeom>
            <a:avLst/>
            <a:gdLst/>
            <a:ahLst/>
            <a:cxnLst/>
            <a:rect l="l" t="t" r="r" b="b"/>
            <a:pathLst>
              <a:path w="290" h="236">
                <a:moveTo>
                  <a:pt x="0" y="0"/>
                </a:moveTo>
                <a:lnTo>
                  <a:pt x="5" y="56"/>
                </a:lnTo>
                <a:lnTo>
                  <a:pt x="16" y="113"/>
                </a:lnTo>
                <a:lnTo>
                  <a:pt x="41" y="169"/>
                </a:lnTo>
                <a:lnTo>
                  <a:pt x="88" y="214"/>
                </a:lnTo>
                <a:lnTo>
                  <a:pt x="145" y="236"/>
                </a:lnTo>
                <a:lnTo>
                  <a:pt x="202" y="214"/>
                </a:lnTo>
                <a:lnTo>
                  <a:pt x="249" y="169"/>
                </a:lnTo>
                <a:lnTo>
                  <a:pt x="274" y="113"/>
                </a:lnTo>
                <a:lnTo>
                  <a:pt x="290" y="56"/>
                </a:lnTo>
                <a:lnTo>
                  <a:pt x="290" y="0"/>
                </a:lnTo>
              </a:path>
            </a:pathLst>
          </a:custGeom>
          <a:noFill/>
          <a:ln w="12954">
            <a:solidFill>
              <a:srgbClr val="C83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15807" y="3495903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55278" y="3924147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34222" y="4352391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831580" y="4780635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86824" y="5123230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21012" y="5294528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5199" y="5123230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10443" y="4780635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07801" y="4352391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726216" y="3924147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26216" y="3495903"/>
            <a:ext cx="36576" cy="36576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8889339" y="3625535"/>
            <a:ext cx="592074" cy="573847"/>
          </a:xfrm>
          <a:prstGeom prst="line">
            <a:avLst/>
          </a:prstGeom>
          <a:ln w="7620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836658" y="3629817"/>
            <a:ext cx="552602" cy="569565"/>
          </a:xfrm>
          <a:prstGeom prst="line">
            <a:avLst/>
          </a:prstGeom>
          <a:ln w="7620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9126169" y="4199382"/>
            <a:ext cx="355244" cy="428244"/>
          </a:xfrm>
          <a:prstGeom prst="line">
            <a:avLst/>
          </a:prstGeom>
          <a:ln w="7620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836658" y="4199382"/>
            <a:ext cx="276301" cy="436808"/>
          </a:xfrm>
          <a:prstGeom prst="line">
            <a:avLst/>
          </a:prstGeom>
          <a:ln w="7620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39300" y="4263618"/>
            <a:ext cx="0" cy="518175"/>
          </a:xfrm>
          <a:prstGeom prst="line">
            <a:avLst/>
          </a:prstGeom>
          <a:ln w="7620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26169" y="4627626"/>
            <a:ext cx="78943" cy="513892"/>
          </a:xfrm>
          <a:prstGeom prst="line">
            <a:avLst/>
          </a:prstGeom>
          <a:ln w="7620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0073487" y="4636190"/>
            <a:ext cx="39472" cy="505328"/>
          </a:xfrm>
          <a:prstGeom prst="line">
            <a:avLst/>
          </a:prstGeom>
          <a:ln w="7620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573566" y="3942435"/>
            <a:ext cx="552603" cy="685191"/>
          </a:xfrm>
          <a:prstGeom prst="line">
            <a:avLst/>
          </a:prstGeom>
          <a:ln w="7620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0112959" y="3942435"/>
            <a:ext cx="631545" cy="693755"/>
          </a:xfrm>
          <a:prstGeom prst="line">
            <a:avLst/>
          </a:prstGeom>
          <a:ln w="7620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79120" y="2004060"/>
            <a:ext cx="646176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660" b="1">
                <a:solidFill>
                  <a:srgbClr val="18201E"/>
                </a:solidFill>
                <a:latin typeface="PingFang SC"/>
                <a:ea typeface="PingFang SC"/>
              </a:rPr>
              <a:t>照片提供外观，</a:t>
            </a:r>
          </a:p>
          <a:p>
            <a:pPr algn="l"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660" b="1">
                <a:solidFill>
                  <a:srgbClr val="18201E"/>
                </a:solidFill>
                <a:latin typeface="PingFang SC"/>
                <a:ea typeface="PingFang SC"/>
              </a:rPr>
              <a:t>声音驱动变化。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9120" y="3977639"/>
            <a:ext cx="624840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579120" y="3672840"/>
            <a:ext cx="6248400" cy="609600"/>
          </a:xfrm>
          <a:custGeom>
            <a:avLst/>
            <a:gdLst/>
            <a:ahLst/>
            <a:cxnLst/>
            <a:rect l="l" t="t" r="r" b="b"/>
            <a:pathLst>
              <a:path w="820" h="80">
                <a:moveTo>
                  <a:pt x="0" y="40"/>
                </a:moveTo>
                <a:lnTo>
                  <a:pt x="2" y="39"/>
                </a:lnTo>
                <a:lnTo>
                  <a:pt x="5" y="39"/>
                </a:lnTo>
                <a:lnTo>
                  <a:pt x="7" y="40"/>
                </a:lnTo>
                <a:lnTo>
                  <a:pt x="9" y="41"/>
                </a:lnTo>
                <a:lnTo>
                  <a:pt x="11" y="41"/>
                </a:lnTo>
                <a:lnTo>
                  <a:pt x="14" y="41"/>
                </a:lnTo>
                <a:lnTo>
                  <a:pt x="16" y="41"/>
                </a:lnTo>
                <a:lnTo>
                  <a:pt x="18" y="39"/>
                </a:lnTo>
                <a:lnTo>
                  <a:pt x="21" y="37"/>
                </a:lnTo>
                <a:lnTo>
                  <a:pt x="23" y="39"/>
                </a:lnTo>
                <a:lnTo>
                  <a:pt x="25" y="42"/>
                </a:lnTo>
                <a:lnTo>
                  <a:pt x="27" y="43"/>
                </a:lnTo>
                <a:lnTo>
                  <a:pt x="30" y="42"/>
                </a:lnTo>
                <a:lnTo>
                  <a:pt x="32" y="40"/>
                </a:lnTo>
                <a:lnTo>
                  <a:pt x="34" y="38"/>
                </a:lnTo>
                <a:lnTo>
                  <a:pt x="37" y="37"/>
                </a:lnTo>
                <a:lnTo>
                  <a:pt x="39" y="37"/>
                </a:lnTo>
                <a:lnTo>
                  <a:pt x="41" y="41"/>
                </a:lnTo>
                <a:lnTo>
                  <a:pt x="43" y="46"/>
                </a:lnTo>
                <a:lnTo>
                  <a:pt x="46" y="46"/>
                </a:lnTo>
                <a:lnTo>
                  <a:pt x="48" y="40"/>
                </a:lnTo>
                <a:lnTo>
                  <a:pt x="50" y="34"/>
                </a:lnTo>
                <a:lnTo>
                  <a:pt x="53" y="34"/>
                </a:lnTo>
                <a:lnTo>
                  <a:pt x="55" y="38"/>
                </a:lnTo>
                <a:lnTo>
                  <a:pt x="57" y="42"/>
                </a:lnTo>
                <a:lnTo>
                  <a:pt x="59" y="45"/>
                </a:lnTo>
                <a:lnTo>
                  <a:pt x="62" y="48"/>
                </a:lnTo>
                <a:lnTo>
                  <a:pt x="64" y="44"/>
                </a:lnTo>
                <a:lnTo>
                  <a:pt x="66" y="33"/>
                </a:lnTo>
                <a:lnTo>
                  <a:pt x="69" y="28"/>
                </a:lnTo>
                <a:lnTo>
                  <a:pt x="71" y="35"/>
                </a:lnTo>
                <a:lnTo>
                  <a:pt x="73" y="46"/>
                </a:lnTo>
                <a:lnTo>
                  <a:pt x="75" y="50"/>
                </a:lnTo>
                <a:lnTo>
                  <a:pt x="78" y="46"/>
                </a:lnTo>
                <a:lnTo>
                  <a:pt x="80" y="42"/>
                </a:lnTo>
                <a:lnTo>
                  <a:pt x="82" y="36"/>
                </a:lnTo>
                <a:lnTo>
                  <a:pt x="85" y="29"/>
                </a:lnTo>
                <a:lnTo>
                  <a:pt x="87" y="30"/>
                </a:lnTo>
                <a:lnTo>
                  <a:pt x="89" y="42"/>
                </a:lnTo>
                <a:lnTo>
                  <a:pt x="91" y="54"/>
                </a:lnTo>
                <a:lnTo>
                  <a:pt x="94" y="52"/>
                </a:lnTo>
                <a:lnTo>
                  <a:pt x="96" y="39"/>
                </a:lnTo>
                <a:lnTo>
                  <a:pt x="98" y="31"/>
                </a:lnTo>
                <a:lnTo>
                  <a:pt x="101" y="31"/>
                </a:lnTo>
                <a:lnTo>
                  <a:pt x="103" y="34"/>
                </a:lnTo>
                <a:lnTo>
                  <a:pt x="105" y="40"/>
                </a:lnTo>
                <a:lnTo>
                  <a:pt x="107" y="49"/>
                </a:lnTo>
                <a:lnTo>
                  <a:pt x="110" y="53"/>
                </a:lnTo>
                <a:lnTo>
                  <a:pt x="112" y="45"/>
                </a:lnTo>
                <a:lnTo>
                  <a:pt x="114" y="31"/>
                </a:lnTo>
                <a:lnTo>
                  <a:pt x="116" y="26"/>
                </a:lnTo>
                <a:lnTo>
                  <a:pt x="119" y="35"/>
                </a:lnTo>
                <a:lnTo>
                  <a:pt x="121" y="45"/>
                </a:lnTo>
                <a:lnTo>
                  <a:pt x="123" y="48"/>
                </a:lnTo>
                <a:lnTo>
                  <a:pt x="126" y="47"/>
                </a:lnTo>
                <a:lnTo>
                  <a:pt x="128" y="44"/>
                </a:lnTo>
                <a:lnTo>
                  <a:pt x="130" y="37"/>
                </a:lnTo>
                <a:lnTo>
                  <a:pt x="132" y="30"/>
                </a:lnTo>
                <a:lnTo>
                  <a:pt x="135" y="31"/>
                </a:lnTo>
                <a:lnTo>
                  <a:pt x="137" y="42"/>
                </a:lnTo>
                <a:lnTo>
                  <a:pt x="139" y="50"/>
                </a:lnTo>
                <a:lnTo>
                  <a:pt x="142" y="47"/>
                </a:lnTo>
                <a:lnTo>
                  <a:pt x="144" y="40"/>
                </a:lnTo>
                <a:lnTo>
                  <a:pt x="146" y="36"/>
                </a:lnTo>
                <a:lnTo>
                  <a:pt x="148" y="35"/>
                </a:lnTo>
                <a:lnTo>
                  <a:pt x="151" y="35"/>
                </a:lnTo>
                <a:lnTo>
                  <a:pt x="153" y="39"/>
                </a:lnTo>
                <a:lnTo>
                  <a:pt x="155" y="46"/>
                </a:lnTo>
                <a:lnTo>
                  <a:pt x="158" y="49"/>
                </a:lnTo>
                <a:lnTo>
                  <a:pt x="160" y="43"/>
                </a:lnTo>
                <a:lnTo>
                  <a:pt x="162" y="35"/>
                </a:lnTo>
                <a:lnTo>
                  <a:pt x="164" y="32"/>
                </a:lnTo>
                <a:lnTo>
                  <a:pt x="167" y="37"/>
                </a:lnTo>
                <a:lnTo>
                  <a:pt x="169" y="41"/>
                </a:lnTo>
                <a:lnTo>
                  <a:pt x="171" y="44"/>
                </a:lnTo>
                <a:lnTo>
                  <a:pt x="174" y="46"/>
                </a:lnTo>
                <a:lnTo>
                  <a:pt x="176" y="45"/>
                </a:lnTo>
                <a:lnTo>
                  <a:pt x="178" y="37"/>
                </a:lnTo>
                <a:lnTo>
                  <a:pt x="180" y="29"/>
                </a:lnTo>
                <a:lnTo>
                  <a:pt x="183" y="31"/>
                </a:lnTo>
                <a:lnTo>
                  <a:pt x="185" y="42"/>
                </a:lnTo>
                <a:lnTo>
                  <a:pt x="187" y="51"/>
                </a:lnTo>
                <a:lnTo>
                  <a:pt x="190" y="49"/>
                </a:lnTo>
                <a:lnTo>
                  <a:pt x="192" y="42"/>
                </a:lnTo>
                <a:lnTo>
                  <a:pt x="194" y="36"/>
                </a:lnTo>
                <a:lnTo>
                  <a:pt x="196" y="30"/>
                </a:lnTo>
                <a:lnTo>
                  <a:pt x="199" y="27"/>
                </a:lnTo>
                <a:lnTo>
                  <a:pt x="201" y="36"/>
                </a:lnTo>
                <a:lnTo>
                  <a:pt x="203" y="54"/>
                </a:lnTo>
                <a:lnTo>
                  <a:pt x="206" y="60"/>
                </a:lnTo>
                <a:lnTo>
                  <a:pt x="208" y="46"/>
                </a:lnTo>
                <a:lnTo>
                  <a:pt x="210" y="27"/>
                </a:lnTo>
                <a:lnTo>
                  <a:pt x="212" y="23"/>
                </a:lnTo>
                <a:lnTo>
                  <a:pt x="215" y="30"/>
                </a:lnTo>
                <a:lnTo>
                  <a:pt x="217" y="39"/>
                </a:lnTo>
                <a:lnTo>
                  <a:pt x="219" y="50"/>
                </a:lnTo>
                <a:lnTo>
                  <a:pt x="222" y="62"/>
                </a:lnTo>
                <a:lnTo>
                  <a:pt x="224" y="57"/>
                </a:lnTo>
                <a:lnTo>
                  <a:pt x="226" y="31"/>
                </a:lnTo>
                <a:lnTo>
                  <a:pt x="228" y="10"/>
                </a:lnTo>
                <a:lnTo>
                  <a:pt x="231" y="19"/>
                </a:lnTo>
                <a:lnTo>
                  <a:pt x="233" y="46"/>
                </a:lnTo>
                <a:lnTo>
                  <a:pt x="235" y="61"/>
                </a:lnTo>
                <a:lnTo>
                  <a:pt x="238" y="59"/>
                </a:lnTo>
                <a:lnTo>
                  <a:pt x="240" y="51"/>
                </a:lnTo>
                <a:lnTo>
                  <a:pt x="242" y="38"/>
                </a:lnTo>
                <a:lnTo>
                  <a:pt x="244" y="18"/>
                </a:lnTo>
                <a:lnTo>
                  <a:pt x="247" y="10"/>
                </a:lnTo>
                <a:lnTo>
                  <a:pt x="249" y="33"/>
                </a:lnTo>
                <a:lnTo>
                  <a:pt x="251" y="66"/>
                </a:lnTo>
                <a:lnTo>
                  <a:pt x="254" y="72"/>
                </a:lnTo>
                <a:lnTo>
                  <a:pt x="256" y="48"/>
                </a:lnTo>
                <a:lnTo>
                  <a:pt x="258" y="26"/>
                </a:lnTo>
                <a:lnTo>
                  <a:pt x="260" y="20"/>
                </a:lnTo>
                <a:lnTo>
                  <a:pt x="263" y="23"/>
                </a:lnTo>
                <a:lnTo>
                  <a:pt x="265" y="32"/>
                </a:lnTo>
                <a:lnTo>
                  <a:pt x="267" y="52"/>
                </a:lnTo>
                <a:lnTo>
                  <a:pt x="270" y="69"/>
                </a:lnTo>
                <a:lnTo>
                  <a:pt x="272" y="60"/>
                </a:lnTo>
                <a:lnTo>
                  <a:pt x="274" y="30"/>
                </a:lnTo>
                <a:lnTo>
                  <a:pt x="276" y="12"/>
                </a:lnTo>
                <a:lnTo>
                  <a:pt x="279" y="23"/>
                </a:lnTo>
                <a:lnTo>
                  <a:pt x="281" y="42"/>
                </a:lnTo>
                <a:lnTo>
                  <a:pt x="283" y="52"/>
                </a:lnTo>
                <a:lnTo>
                  <a:pt x="286" y="55"/>
                </a:lnTo>
                <a:lnTo>
                  <a:pt x="288" y="53"/>
                </a:lnTo>
                <a:lnTo>
                  <a:pt x="290" y="40"/>
                </a:lnTo>
                <a:lnTo>
                  <a:pt x="292" y="23"/>
                </a:lnTo>
                <a:lnTo>
                  <a:pt x="295" y="19"/>
                </a:lnTo>
                <a:lnTo>
                  <a:pt x="297" y="37"/>
                </a:lnTo>
                <a:lnTo>
                  <a:pt x="299" y="55"/>
                </a:lnTo>
                <a:lnTo>
                  <a:pt x="302" y="56"/>
                </a:lnTo>
                <a:lnTo>
                  <a:pt x="304" y="45"/>
                </a:lnTo>
                <a:lnTo>
                  <a:pt x="306" y="36"/>
                </a:lnTo>
                <a:lnTo>
                  <a:pt x="308" y="32"/>
                </a:lnTo>
                <a:lnTo>
                  <a:pt x="311" y="29"/>
                </a:lnTo>
                <a:lnTo>
                  <a:pt x="313" y="34"/>
                </a:lnTo>
                <a:lnTo>
                  <a:pt x="315" y="46"/>
                </a:lnTo>
                <a:lnTo>
                  <a:pt x="317" y="55"/>
                </a:lnTo>
                <a:lnTo>
                  <a:pt x="320" y="49"/>
                </a:lnTo>
                <a:lnTo>
                  <a:pt x="322" y="35"/>
                </a:lnTo>
                <a:lnTo>
                  <a:pt x="324" y="28"/>
                </a:lnTo>
                <a:lnTo>
                  <a:pt x="327" y="32"/>
                </a:lnTo>
                <a:lnTo>
                  <a:pt x="329" y="39"/>
                </a:lnTo>
                <a:lnTo>
                  <a:pt x="331" y="44"/>
                </a:lnTo>
                <a:lnTo>
                  <a:pt x="333" y="49"/>
                </a:lnTo>
                <a:lnTo>
                  <a:pt x="336" y="50"/>
                </a:lnTo>
                <a:lnTo>
                  <a:pt x="338" y="41"/>
                </a:lnTo>
                <a:lnTo>
                  <a:pt x="340" y="27"/>
                </a:lnTo>
                <a:lnTo>
                  <a:pt x="343" y="25"/>
                </a:lnTo>
                <a:lnTo>
                  <a:pt x="345" y="38"/>
                </a:lnTo>
                <a:lnTo>
                  <a:pt x="347" y="51"/>
                </a:lnTo>
                <a:lnTo>
                  <a:pt x="349" y="53"/>
                </a:lnTo>
                <a:lnTo>
                  <a:pt x="352" y="47"/>
                </a:lnTo>
                <a:lnTo>
                  <a:pt x="354" y="40"/>
                </a:lnTo>
                <a:lnTo>
                  <a:pt x="356" y="30"/>
                </a:lnTo>
                <a:lnTo>
                  <a:pt x="359" y="21"/>
                </a:lnTo>
                <a:lnTo>
                  <a:pt x="361" y="28"/>
                </a:lnTo>
                <a:lnTo>
                  <a:pt x="363" y="52"/>
                </a:lnTo>
                <a:lnTo>
                  <a:pt x="365" y="67"/>
                </a:lnTo>
                <a:lnTo>
                  <a:pt x="368" y="55"/>
                </a:lnTo>
                <a:lnTo>
                  <a:pt x="370" y="31"/>
                </a:lnTo>
                <a:lnTo>
                  <a:pt x="372" y="20"/>
                </a:lnTo>
                <a:lnTo>
                  <a:pt x="375" y="24"/>
                </a:lnTo>
                <a:lnTo>
                  <a:pt x="377" y="31"/>
                </a:lnTo>
                <a:lnTo>
                  <a:pt x="379" y="46"/>
                </a:lnTo>
                <a:lnTo>
                  <a:pt x="381" y="66"/>
                </a:lnTo>
                <a:lnTo>
                  <a:pt x="384" y="69"/>
                </a:lnTo>
                <a:lnTo>
                  <a:pt x="386" y="41"/>
                </a:lnTo>
                <a:lnTo>
                  <a:pt x="388" y="8"/>
                </a:lnTo>
                <a:lnTo>
                  <a:pt x="391" y="7"/>
                </a:lnTo>
                <a:lnTo>
                  <a:pt x="393" y="36"/>
                </a:lnTo>
                <a:lnTo>
                  <a:pt x="395" y="59"/>
                </a:lnTo>
                <a:lnTo>
                  <a:pt x="397" y="64"/>
                </a:lnTo>
                <a:lnTo>
                  <a:pt x="400" y="60"/>
                </a:lnTo>
                <a:lnTo>
                  <a:pt x="402" y="47"/>
                </a:lnTo>
                <a:lnTo>
                  <a:pt x="404" y="20"/>
                </a:lnTo>
                <a:lnTo>
                  <a:pt x="407" y="0"/>
                </a:lnTo>
                <a:lnTo>
                  <a:pt x="409" y="19"/>
                </a:lnTo>
                <a:lnTo>
                  <a:pt x="411" y="61"/>
                </a:lnTo>
                <a:lnTo>
                  <a:pt x="413" y="80"/>
                </a:lnTo>
                <a:lnTo>
                  <a:pt x="416" y="60"/>
                </a:lnTo>
                <a:lnTo>
                  <a:pt x="418" y="33"/>
                </a:lnTo>
                <a:lnTo>
                  <a:pt x="420" y="20"/>
                </a:lnTo>
                <a:lnTo>
                  <a:pt x="423" y="16"/>
                </a:lnTo>
                <a:lnTo>
                  <a:pt x="425" y="21"/>
                </a:lnTo>
                <a:lnTo>
                  <a:pt x="427" y="44"/>
                </a:lnTo>
                <a:lnTo>
                  <a:pt x="429" y="73"/>
                </a:lnTo>
                <a:lnTo>
                  <a:pt x="432" y="72"/>
                </a:lnTo>
                <a:lnTo>
                  <a:pt x="434" y="39"/>
                </a:lnTo>
                <a:lnTo>
                  <a:pt x="436" y="11"/>
                </a:lnTo>
                <a:lnTo>
                  <a:pt x="439" y="14"/>
                </a:lnTo>
                <a:lnTo>
                  <a:pt x="441" y="34"/>
                </a:lnTo>
                <a:lnTo>
                  <a:pt x="443" y="49"/>
                </a:lnTo>
                <a:lnTo>
                  <a:pt x="445" y="56"/>
                </a:lnTo>
                <a:lnTo>
                  <a:pt x="448" y="60"/>
                </a:lnTo>
                <a:lnTo>
                  <a:pt x="450" y="49"/>
                </a:lnTo>
                <a:lnTo>
                  <a:pt x="452" y="25"/>
                </a:lnTo>
                <a:lnTo>
                  <a:pt x="455" y="13"/>
                </a:lnTo>
                <a:lnTo>
                  <a:pt x="457" y="28"/>
                </a:lnTo>
                <a:lnTo>
                  <a:pt x="459" y="52"/>
                </a:lnTo>
                <a:lnTo>
                  <a:pt x="461" y="59"/>
                </a:lnTo>
                <a:lnTo>
                  <a:pt x="464" y="50"/>
                </a:lnTo>
                <a:lnTo>
                  <a:pt x="466" y="40"/>
                </a:lnTo>
                <a:lnTo>
                  <a:pt x="468" y="33"/>
                </a:lnTo>
                <a:lnTo>
                  <a:pt x="471" y="27"/>
                </a:lnTo>
                <a:lnTo>
                  <a:pt x="473" y="29"/>
                </a:lnTo>
                <a:lnTo>
                  <a:pt x="475" y="42"/>
                </a:lnTo>
                <a:lnTo>
                  <a:pt x="477" y="55"/>
                </a:lnTo>
                <a:lnTo>
                  <a:pt x="480" y="53"/>
                </a:lnTo>
                <a:lnTo>
                  <a:pt x="482" y="39"/>
                </a:lnTo>
                <a:lnTo>
                  <a:pt x="484" y="30"/>
                </a:lnTo>
                <a:lnTo>
                  <a:pt x="487" y="31"/>
                </a:lnTo>
                <a:lnTo>
                  <a:pt x="489" y="36"/>
                </a:lnTo>
                <a:lnTo>
                  <a:pt x="491" y="41"/>
                </a:lnTo>
                <a:lnTo>
                  <a:pt x="493" y="48"/>
                </a:lnTo>
                <a:lnTo>
                  <a:pt x="496" y="52"/>
                </a:lnTo>
                <a:lnTo>
                  <a:pt x="498" y="45"/>
                </a:lnTo>
                <a:lnTo>
                  <a:pt x="500" y="31"/>
                </a:lnTo>
                <a:lnTo>
                  <a:pt x="503" y="25"/>
                </a:lnTo>
                <a:lnTo>
                  <a:pt x="505" y="34"/>
                </a:lnTo>
                <a:lnTo>
                  <a:pt x="507" y="46"/>
                </a:lnTo>
                <a:lnTo>
                  <a:pt x="509" y="51"/>
                </a:lnTo>
                <a:lnTo>
                  <a:pt x="512" y="48"/>
                </a:lnTo>
                <a:lnTo>
                  <a:pt x="514" y="44"/>
                </a:lnTo>
                <a:lnTo>
                  <a:pt x="516" y="35"/>
                </a:lnTo>
                <a:lnTo>
                  <a:pt x="518" y="24"/>
                </a:lnTo>
                <a:lnTo>
                  <a:pt x="521" y="25"/>
                </a:lnTo>
                <a:lnTo>
                  <a:pt x="523" y="43"/>
                </a:lnTo>
                <a:lnTo>
                  <a:pt x="525" y="61"/>
                </a:lnTo>
                <a:lnTo>
                  <a:pt x="528" y="57"/>
                </a:lnTo>
                <a:lnTo>
                  <a:pt x="530" y="40"/>
                </a:lnTo>
                <a:lnTo>
                  <a:pt x="532" y="27"/>
                </a:lnTo>
                <a:lnTo>
                  <a:pt x="534" y="25"/>
                </a:lnTo>
                <a:lnTo>
                  <a:pt x="537" y="28"/>
                </a:lnTo>
                <a:lnTo>
                  <a:pt x="539" y="38"/>
                </a:lnTo>
                <a:lnTo>
                  <a:pt x="541" y="57"/>
                </a:lnTo>
                <a:lnTo>
                  <a:pt x="544" y="68"/>
                </a:lnTo>
                <a:lnTo>
                  <a:pt x="546" y="50"/>
                </a:lnTo>
                <a:lnTo>
                  <a:pt x="548" y="20"/>
                </a:lnTo>
                <a:lnTo>
                  <a:pt x="550" y="11"/>
                </a:lnTo>
                <a:lnTo>
                  <a:pt x="553" y="28"/>
                </a:lnTo>
                <a:lnTo>
                  <a:pt x="555" y="48"/>
                </a:lnTo>
                <a:lnTo>
                  <a:pt x="557" y="57"/>
                </a:lnTo>
                <a:lnTo>
                  <a:pt x="560" y="60"/>
                </a:lnTo>
                <a:lnTo>
                  <a:pt x="562" y="54"/>
                </a:lnTo>
                <a:lnTo>
                  <a:pt x="564" y="32"/>
                </a:lnTo>
                <a:lnTo>
                  <a:pt x="566" y="8"/>
                </a:lnTo>
                <a:lnTo>
                  <a:pt x="569" y="14"/>
                </a:lnTo>
                <a:lnTo>
                  <a:pt x="571" y="47"/>
                </a:lnTo>
                <a:lnTo>
                  <a:pt x="573" y="70"/>
                </a:lnTo>
                <a:lnTo>
                  <a:pt x="576" y="62"/>
                </a:lnTo>
                <a:lnTo>
                  <a:pt x="578" y="42"/>
                </a:lnTo>
                <a:lnTo>
                  <a:pt x="580" y="29"/>
                </a:lnTo>
                <a:lnTo>
                  <a:pt x="582" y="21"/>
                </a:lnTo>
                <a:lnTo>
                  <a:pt x="585" y="19"/>
                </a:lnTo>
                <a:lnTo>
                  <a:pt x="587" y="34"/>
                </a:lnTo>
                <a:lnTo>
                  <a:pt x="589" y="61"/>
                </a:lnTo>
                <a:lnTo>
                  <a:pt x="592" y="70"/>
                </a:lnTo>
                <a:lnTo>
                  <a:pt x="594" y="49"/>
                </a:lnTo>
                <a:lnTo>
                  <a:pt x="596" y="23"/>
                </a:lnTo>
                <a:lnTo>
                  <a:pt x="598" y="18"/>
                </a:lnTo>
                <a:lnTo>
                  <a:pt x="601" y="30"/>
                </a:lnTo>
                <a:lnTo>
                  <a:pt x="603" y="41"/>
                </a:lnTo>
                <a:lnTo>
                  <a:pt x="605" y="50"/>
                </a:lnTo>
                <a:lnTo>
                  <a:pt x="608" y="57"/>
                </a:lnTo>
                <a:lnTo>
                  <a:pt x="610" y="53"/>
                </a:lnTo>
                <a:lnTo>
                  <a:pt x="612" y="34"/>
                </a:lnTo>
                <a:lnTo>
                  <a:pt x="614" y="20"/>
                </a:lnTo>
                <a:lnTo>
                  <a:pt x="617" y="26"/>
                </a:lnTo>
                <a:lnTo>
                  <a:pt x="619" y="44"/>
                </a:lnTo>
                <a:lnTo>
                  <a:pt x="621" y="53"/>
                </a:lnTo>
                <a:lnTo>
                  <a:pt x="624" y="50"/>
                </a:lnTo>
                <a:lnTo>
                  <a:pt x="626" y="44"/>
                </a:lnTo>
                <a:lnTo>
                  <a:pt x="628" y="38"/>
                </a:lnTo>
                <a:lnTo>
                  <a:pt x="630" y="31"/>
                </a:lnTo>
                <a:lnTo>
                  <a:pt x="633" y="29"/>
                </a:lnTo>
                <a:lnTo>
                  <a:pt x="635" y="38"/>
                </a:lnTo>
                <a:lnTo>
                  <a:pt x="637" y="49"/>
                </a:lnTo>
                <a:lnTo>
                  <a:pt x="640" y="51"/>
                </a:lnTo>
                <a:lnTo>
                  <a:pt x="642" y="43"/>
                </a:lnTo>
                <a:lnTo>
                  <a:pt x="644" y="35"/>
                </a:lnTo>
                <a:lnTo>
                  <a:pt x="646" y="34"/>
                </a:lnTo>
                <a:lnTo>
                  <a:pt x="649" y="36"/>
                </a:lnTo>
                <a:lnTo>
                  <a:pt x="651" y="39"/>
                </a:lnTo>
                <a:lnTo>
                  <a:pt x="653" y="43"/>
                </a:lnTo>
                <a:lnTo>
                  <a:pt x="656" y="48"/>
                </a:lnTo>
                <a:lnTo>
                  <a:pt x="658" y="45"/>
                </a:lnTo>
                <a:lnTo>
                  <a:pt x="660" y="37"/>
                </a:lnTo>
                <a:lnTo>
                  <a:pt x="662" y="31"/>
                </a:lnTo>
                <a:lnTo>
                  <a:pt x="665" y="34"/>
                </a:lnTo>
                <a:lnTo>
                  <a:pt x="667" y="41"/>
                </a:lnTo>
                <a:lnTo>
                  <a:pt x="669" y="45"/>
                </a:lnTo>
                <a:lnTo>
                  <a:pt x="672" y="45"/>
                </a:lnTo>
                <a:lnTo>
                  <a:pt x="674" y="44"/>
                </a:lnTo>
                <a:lnTo>
                  <a:pt x="676" y="40"/>
                </a:lnTo>
                <a:lnTo>
                  <a:pt x="678" y="33"/>
                </a:lnTo>
                <a:lnTo>
                  <a:pt x="681" y="30"/>
                </a:lnTo>
                <a:lnTo>
                  <a:pt x="683" y="38"/>
                </a:lnTo>
                <a:lnTo>
                  <a:pt x="685" y="49"/>
                </a:lnTo>
                <a:lnTo>
                  <a:pt x="688" y="50"/>
                </a:lnTo>
                <a:lnTo>
                  <a:pt x="690" y="43"/>
                </a:lnTo>
                <a:lnTo>
                  <a:pt x="692" y="36"/>
                </a:lnTo>
                <a:lnTo>
                  <a:pt x="694" y="33"/>
                </a:lnTo>
                <a:lnTo>
                  <a:pt x="697" y="32"/>
                </a:lnTo>
                <a:lnTo>
                  <a:pt x="699" y="35"/>
                </a:lnTo>
                <a:lnTo>
                  <a:pt x="701" y="45"/>
                </a:lnTo>
                <a:lnTo>
                  <a:pt x="704" y="54"/>
                </a:lnTo>
                <a:lnTo>
                  <a:pt x="706" y="49"/>
                </a:lnTo>
                <a:lnTo>
                  <a:pt x="708" y="35"/>
                </a:lnTo>
                <a:lnTo>
                  <a:pt x="710" y="27"/>
                </a:lnTo>
                <a:lnTo>
                  <a:pt x="713" y="31"/>
                </a:lnTo>
                <a:lnTo>
                  <a:pt x="715" y="40"/>
                </a:lnTo>
                <a:lnTo>
                  <a:pt x="717" y="46"/>
                </a:lnTo>
                <a:lnTo>
                  <a:pt x="719" y="49"/>
                </a:lnTo>
                <a:lnTo>
                  <a:pt x="722" y="49"/>
                </a:lnTo>
                <a:lnTo>
                  <a:pt x="724" y="41"/>
                </a:lnTo>
                <a:lnTo>
                  <a:pt x="726" y="28"/>
                </a:lnTo>
                <a:lnTo>
                  <a:pt x="729" y="26"/>
                </a:lnTo>
                <a:lnTo>
                  <a:pt x="731" y="38"/>
                </a:lnTo>
                <a:lnTo>
                  <a:pt x="733" y="50"/>
                </a:lnTo>
                <a:lnTo>
                  <a:pt x="735" y="51"/>
                </a:lnTo>
                <a:lnTo>
                  <a:pt x="738" y="44"/>
                </a:lnTo>
                <a:lnTo>
                  <a:pt x="740" y="38"/>
                </a:lnTo>
                <a:lnTo>
                  <a:pt x="742" y="34"/>
                </a:lnTo>
                <a:lnTo>
                  <a:pt x="745" y="30"/>
                </a:lnTo>
                <a:lnTo>
                  <a:pt x="747" y="34"/>
                </a:lnTo>
                <a:lnTo>
                  <a:pt x="749" y="45"/>
                </a:lnTo>
                <a:lnTo>
                  <a:pt x="751" y="52"/>
                </a:lnTo>
                <a:lnTo>
                  <a:pt x="754" y="47"/>
                </a:lnTo>
                <a:lnTo>
                  <a:pt x="756" y="36"/>
                </a:lnTo>
                <a:lnTo>
                  <a:pt x="758" y="32"/>
                </a:lnTo>
                <a:lnTo>
                  <a:pt x="761" y="35"/>
                </a:lnTo>
                <a:lnTo>
                  <a:pt x="763" y="38"/>
                </a:lnTo>
                <a:lnTo>
                  <a:pt x="765" y="42"/>
                </a:lnTo>
                <a:lnTo>
                  <a:pt x="767" y="46"/>
                </a:lnTo>
                <a:lnTo>
                  <a:pt x="770" y="46"/>
                </a:lnTo>
                <a:lnTo>
                  <a:pt x="772" y="40"/>
                </a:lnTo>
                <a:lnTo>
                  <a:pt x="774" y="34"/>
                </a:lnTo>
                <a:lnTo>
                  <a:pt x="777" y="34"/>
                </a:lnTo>
                <a:lnTo>
                  <a:pt x="779" y="39"/>
                </a:lnTo>
                <a:lnTo>
                  <a:pt x="781" y="43"/>
                </a:lnTo>
                <a:lnTo>
                  <a:pt x="783" y="43"/>
                </a:lnTo>
                <a:lnTo>
                  <a:pt x="786" y="42"/>
                </a:lnTo>
                <a:lnTo>
                  <a:pt x="788" y="40"/>
                </a:lnTo>
                <a:lnTo>
                  <a:pt x="790" y="38"/>
                </a:lnTo>
                <a:lnTo>
                  <a:pt x="793" y="37"/>
                </a:lnTo>
                <a:lnTo>
                  <a:pt x="795" y="38"/>
                </a:lnTo>
                <a:lnTo>
                  <a:pt x="797" y="41"/>
                </a:lnTo>
                <a:lnTo>
                  <a:pt x="799" y="43"/>
                </a:lnTo>
                <a:lnTo>
                  <a:pt x="802" y="41"/>
                </a:lnTo>
                <a:lnTo>
                  <a:pt x="804" y="39"/>
                </a:lnTo>
                <a:lnTo>
                  <a:pt x="806" y="39"/>
                </a:lnTo>
                <a:lnTo>
                  <a:pt x="809" y="39"/>
                </a:lnTo>
                <a:lnTo>
                  <a:pt x="811" y="39"/>
                </a:lnTo>
                <a:lnTo>
                  <a:pt x="813" y="40"/>
                </a:lnTo>
                <a:lnTo>
                  <a:pt x="815" y="41"/>
                </a:lnTo>
                <a:lnTo>
                  <a:pt x="818" y="41"/>
                </a:lnTo>
                <a:lnTo>
                  <a:pt x="820" y="40"/>
                </a:lnTo>
              </a:path>
            </a:pathLst>
          </a:custGeom>
          <a:noFill/>
          <a:ln w="15240">
            <a:solidFill>
              <a:srgbClr val="26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5905500" y="4876800"/>
            <a:ext cx="1363980" cy="0"/>
          </a:xfrm>
          <a:prstGeom prst="line">
            <a:avLst/>
          </a:prstGeom>
          <a:ln w="22859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170420" y="4808220"/>
            <a:ext cx="99060" cy="68580"/>
          </a:xfrm>
          <a:prstGeom prst="line">
            <a:avLst/>
          </a:prstGeom>
          <a:ln w="22859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170420" y="4876800"/>
            <a:ext cx="99060" cy="68580"/>
          </a:xfrm>
          <a:prstGeom prst="line">
            <a:avLst/>
          </a:prstGeom>
          <a:ln w="22859">
            <a:solidFill>
              <a:srgbClr val="C83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79120" y="4907280"/>
            <a:ext cx="5212080" cy="830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18201E"/>
                </a:solidFill>
                <a:latin typeface="PingFang SC"/>
                <a:ea typeface="PingFang SC"/>
              </a:rPr>
              <a:t>嘴部开合 · 表情 · 头部姿态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03820" y="6164580"/>
            <a:ext cx="390906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PingFang SC"/>
                <a:ea typeface="PingFang SC"/>
              </a:rPr>
              <a:t>面部结构示意 · 非模型检测输出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07/22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03 / 声音 → 运动 → 连续画面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中间发生了什么？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1950720"/>
            <a:ext cx="3276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83D31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2438400"/>
            <a:ext cx="3337560" cy="670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8201E"/>
                </a:solidFill>
                <a:latin typeface="PingFang SC"/>
                <a:ea typeface="PingFang SC"/>
              </a:rPr>
              <a:t>分析音频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27220" y="1950720"/>
            <a:ext cx="3276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83D31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7220" y="2438400"/>
            <a:ext cx="3337560" cy="670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8201E"/>
                </a:solidFill>
                <a:latin typeface="PingFang SC"/>
                <a:ea typeface="PingFang SC"/>
              </a:rPr>
              <a:t>预测运动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950720"/>
            <a:ext cx="3276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83D31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438400"/>
            <a:ext cx="3337560" cy="670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8201E"/>
                </a:solidFill>
                <a:latin typeface="PingFang SC"/>
                <a:ea typeface="PingFang SC"/>
              </a:rPr>
              <a:t>合成画面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9120" y="4084320"/>
            <a:ext cx="320040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579120" y="3741420"/>
            <a:ext cx="3200400" cy="685800"/>
          </a:xfrm>
          <a:custGeom>
            <a:avLst/>
            <a:gdLst/>
            <a:ahLst/>
            <a:cxnLst/>
            <a:rect l="l" t="t" r="r" b="b"/>
            <a:pathLst>
              <a:path w="420" h="90">
                <a:moveTo>
                  <a:pt x="0" y="45"/>
                </a:moveTo>
                <a:lnTo>
                  <a:pt x="1" y="44"/>
                </a:lnTo>
                <a:lnTo>
                  <a:pt x="2" y="44"/>
                </a:lnTo>
                <a:lnTo>
                  <a:pt x="4" y="45"/>
                </a:lnTo>
                <a:lnTo>
                  <a:pt x="5" y="46"/>
                </a:lnTo>
                <a:lnTo>
                  <a:pt x="6" y="46"/>
                </a:lnTo>
                <a:lnTo>
                  <a:pt x="7" y="46"/>
                </a:lnTo>
                <a:lnTo>
                  <a:pt x="8" y="46"/>
                </a:lnTo>
                <a:lnTo>
                  <a:pt x="9" y="44"/>
                </a:lnTo>
                <a:lnTo>
                  <a:pt x="11" y="42"/>
                </a:lnTo>
                <a:lnTo>
                  <a:pt x="12" y="43"/>
                </a:lnTo>
                <a:lnTo>
                  <a:pt x="13" y="47"/>
                </a:lnTo>
                <a:lnTo>
                  <a:pt x="14" y="48"/>
                </a:lnTo>
                <a:lnTo>
                  <a:pt x="15" y="47"/>
                </a:lnTo>
                <a:lnTo>
                  <a:pt x="16" y="45"/>
                </a:lnTo>
                <a:lnTo>
                  <a:pt x="18" y="43"/>
                </a:lnTo>
                <a:lnTo>
                  <a:pt x="19" y="42"/>
                </a:lnTo>
                <a:lnTo>
                  <a:pt x="20" y="42"/>
                </a:lnTo>
                <a:lnTo>
                  <a:pt x="21" y="46"/>
                </a:lnTo>
                <a:lnTo>
                  <a:pt x="22" y="51"/>
                </a:lnTo>
                <a:lnTo>
                  <a:pt x="23" y="51"/>
                </a:lnTo>
                <a:lnTo>
                  <a:pt x="25" y="45"/>
                </a:lnTo>
                <a:lnTo>
                  <a:pt x="26" y="38"/>
                </a:lnTo>
                <a:lnTo>
                  <a:pt x="27" y="39"/>
                </a:lnTo>
                <a:lnTo>
                  <a:pt x="28" y="43"/>
                </a:lnTo>
                <a:lnTo>
                  <a:pt x="29" y="47"/>
                </a:lnTo>
                <a:lnTo>
                  <a:pt x="30" y="51"/>
                </a:lnTo>
                <a:lnTo>
                  <a:pt x="32" y="54"/>
                </a:lnTo>
                <a:lnTo>
                  <a:pt x="33" y="49"/>
                </a:lnTo>
                <a:lnTo>
                  <a:pt x="34" y="38"/>
                </a:lnTo>
                <a:lnTo>
                  <a:pt x="35" y="32"/>
                </a:lnTo>
                <a:lnTo>
                  <a:pt x="36" y="39"/>
                </a:lnTo>
                <a:lnTo>
                  <a:pt x="37" y="51"/>
                </a:lnTo>
                <a:lnTo>
                  <a:pt x="39" y="56"/>
                </a:lnTo>
                <a:lnTo>
                  <a:pt x="40" y="52"/>
                </a:lnTo>
                <a:lnTo>
                  <a:pt x="41" y="47"/>
                </a:lnTo>
                <a:lnTo>
                  <a:pt x="42" y="40"/>
                </a:lnTo>
                <a:lnTo>
                  <a:pt x="43" y="33"/>
                </a:lnTo>
                <a:lnTo>
                  <a:pt x="44" y="33"/>
                </a:lnTo>
                <a:lnTo>
                  <a:pt x="46" y="47"/>
                </a:lnTo>
                <a:lnTo>
                  <a:pt x="47" y="61"/>
                </a:lnTo>
                <a:lnTo>
                  <a:pt x="48" y="59"/>
                </a:lnTo>
                <a:lnTo>
                  <a:pt x="49" y="44"/>
                </a:lnTo>
                <a:lnTo>
                  <a:pt x="50" y="34"/>
                </a:lnTo>
                <a:lnTo>
                  <a:pt x="51" y="35"/>
                </a:lnTo>
                <a:lnTo>
                  <a:pt x="53" y="39"/>
                </a:lnTo>
                <a:lnTo>
                  <a:pt x="54" y="45"/>
                </a:lnTo>
                <a:lnTo>
                  <a:pt x="55" y="55"/>
                </a:lnTo>
                <a:lnTo>
                  <a:pt x="56" y="60"/>
                </a:lnTo>
                <a:lnTo>
                  <a:pt x="57" y="51"/>
                </a:lnTo>
                <a:lnTo>
                  <a:pt x="58" y="35"/>
                </a:lnTo>
                <a:lnTo>
                  <a:pt x="60" y="29"/>
                </a:lnTo>
                <a:lnTo>
                  <a:pt x="61" y="39"/>
                </a:lnTo>
                <a:lnTo>
                  <a:pt x="62" y="50"/>
                </a:lnTo>
                <a:lnTo>
                  <a:pt x="63" y="54"/>
                </a:lnTo>
                <a:lnTo>
                  <a:pt x="64" y="53"/>
                </a:lnTo>
                <a:lnTo>
                  <a:pt x="66" y="49"/>
                </a:lnTo>
                <a:lnTo>
                  <a:pt x="67" y="42"/>
                </a:lnTo>
                <a:lnTo>
                  <a:pt x="68" y="33"/>
                </a:lnTo>
                <a:lnTo>
                  <a:pt x="69" y="35"/>
                </a:lnTo>
                <a:lnTo>
                  <a:pt x="70" y="47"/>
                </a:lnTo>
                <a:lnTo>
                  <a:pt x="71" y="56"/>
                </a:lnTo>
                <a:lnTo>
                  <a:pt x="73" y="53"/>
                </a:lnTo>
                <a:lnTo>
                  <a:pt x="74" y="45"/>
                </a:lnTo>
                <a:lnTo>
                  <a:pt x="75" y="40"/>
                </a:lnTo>
                <a:lnTo>
                  <a:pt x="76" y="39"/>
                </a:lnTo>
                <a:lnTo>
                  <a:pt x="77" y="39"/>
                </a:lnTo>
                <a:lnTo>
                  <a:pt x="78" y="44"/>
                </a:lnTo>
                <a:lnTo>
                  <a:pt x="80" y="51"/>
                </a:lnTo>
                <a:lnTo>
                  <a:pt x="81" y="55"/>
                </a:lnTo>
                <a:lnTo>
                  <a:pt x="82" y="48"/>
                </a:lnTo>
                <a:lnTo>
                  <a:pt x="83" y="39"/>
                </a:lnTo>
                <a:lnTo>
                  <a:pt x="84" y="36"/>
                </a:lnTo>
                <a:lnTo>
                  <a:pt x="85" y="41"/>
                </a:lnTo>
                <a:lnTo>
                  <a:pt x="87" y="47"/>
                </a:lnTo>
                <a:lnTo>
                  <a:pt x="88" y="50"/>
                </a:lnTo>
                <a:lnTo>
                  <a:pt x="89" y="52"/>
                </a:lnTo>
                <a:lnTo>
                  <a:pt x="90" y="51"/>
                </a:lnTo>
                <a:lnTo>
                  <a:pt x="91" y="42"/>
                </a:lnTo>
                <a:lnTo>
                  <a:pt x="92" y="33"/>
                </a:lnTo>
                <a:lnTo>
                  <a:pt x="94" y="35"/>
                </a:lnTo>
                <a:lnTo>
                  <a:pt x="95" y="48"/>
                </a:lnTo>
                <a:lnTo>
                  <a:pt x="96" y="57"/>
                </a:lnTo>
                <a:lnTo>
                  <a:pt x="97" y="55"/>
                </a:lnTo>
                <a:lnTo>
                  <a:pt x="98" y="47"/>
                </a:lnTo>
                <a:lnTo>
                  <a:pt x="99" y="41"/>
                </a:lnTo>
                <a:lnTo>
                  <a:pt x="101" y="34"/>
                </a:lnTo>
                <a:lnTo>
                  <a:pt x="102" y="31"/>
                </a:lnTo>
                <a:lnTo>
                  <a:pt x="103" y="41"/>
                </a:lnTo>
                <a:lnTo>
                  <a:pt x="104" y="61"/>
                </a:lnTo>
                <a:lnTo>
                  <a:pt x="105" y="68"/>
                </a:lnTo>
                <a:lnTo>
                  <a:pt x="106" y="52"/>
                </a:lnTo>
                <a:lnTo>
                  <a:pt x="108" y="31"/>
                </a:lnTo>
                <a:lnTo>
                  <a:pt x="109" y="26"/>
                </a:lnTo>
                <a:lnTo>
                  <a:pt x="110" y="34"/>
                </a:lnTo>
                <a:lnTo>
                  <a:pt x="111" y="43"/>
                </a:lnTo>
                <a:lnTo>
                  <a:pt x="112" y="56"/>
                </a:lnTo>
                <a:lnTo>
                  <a:pt x="113" y="70"/>
                </a:lnTo>
                <a:lnTo>
                  <a:pt x="115" y="64"/>
                </a:lnTo>
                <a:lnTo>
                  <a:pt x="116" y="35"/>
                </a:lnTo>
                <a:lnTo>
                  <a:pt x="117" y="11"/>
                </a:lnTo>
                <a:lnTo>
                  <a:pt x="118" y="21"/>
                </a:lnTo>
                <a:lnTo>
                  <a:pt x="119" y="51"/>
                </a:lnTo>
                <a:lnTo>
                  <a:pt x="121" y="68"/>
                </a:lnTo>
                <a:lnTo>
                  <a:pt x="122" y="66"/>
                </a:lnTo>
                <a:lnTo>
                  <a:pt x="123" y="57"/>
                </a:lnTo>
                <a:lnTo>
                  <a:pt x="124" y="42"/>
                </a:lnTo>
                <a:lnTo>
                  <a:pt x="125" y="20"/>
                </a:lnTo>
                <a:lnTo>
                  <a:pt x="126" y="12"/>
                </a:lnTo>
                <a:lnTo>
                  <a:pt x="128" y="38"/>
                </a:lnTo>
                <a:lnTo>
                  <a:pt x="129" y="74"/>
                </a:lnTo>
                <a:lnTo>
                  <a:pt x="130" y="81"/>
                </a:lnTo>
                <a:lnTo>
                  <a:pt x="131" y="54"/>
                </a:lnTo>
                <a:lnTo>
                  <a:pt x="132" y="29"/>
                </a:lnTo>
                <a:lnTo>
                  <a:pt x="133" y="23"/>
                </a:lnTo>
                <a:lnTo>
                  <a:pt x="135" y="26"/>
                </a:lnTo>
                <a:lnTo>
                  <a:pt x="136" y="36"/>
                </a:lnTo>
                <a:lnTo>
                  <a:pt x="137" y="58"/>
                </a:lnTo>
                <a:lnTo>
                  <a:pt x="138" y="78"/>
                </a:lnTo>
                <a:lnTo>
                  <a:pt x="139" y="67"/>
                </a:lnTo>
                <a:lnTo>
                  <a:pt x="140" y="33"/>
                </a:lnTo>
                <a:lnTo>
                  <a:pt x="142" y="14"/>
                </a:lnTo>
                <a:lnTo>
                  <a:pt x="143" y="25"/>
                </a:lnTo>
                <a:lnTo>
                  <a:pt x="144" y="48"/>
                </a:lnTo>
                <a:lnTo>
                  <a:pt x="145" y="59"/>
                </a:lnTo>
                <a:lnTo>
                  <a:pt x="146" y="62"/>
                </a:lnTo>
                <a:lnTo>
                  <a:pt x="147" y="60"/>
                </a:lnTo>
                <a:lnTo>
                  <a:pt x="149" y="46"/>
                </a:lnTo>
                <a:lnTo>
                  <a:pt x="150" y="25"/>
                </a:lnTo>
                <a:lnTo>
                  <a:pt x="151" y="22"/>
                </a:lnTo>
                <a:lnTo>
                  <a:pt x="152" y="41"/>
                </a:lnTo>
                <a:lnTo>
                  <a:pt x="153" y="62"/>
                </a:lnTo>
                <a:lnTo>
                  <a:pt x="154" y="63"/>
                </a:lnTo>
                <a:lnTo>
                  <a:pt x="156" y="51"/>
                </a:lnTo>
                <a:lnTo>
                  <a:pt x="157" y="41"/>
                </a:lnTo>
                <a:lnTo>
                  <a:pt x="158" y="36"/>
                </a:lnTo>
                <a:lnTo>
                  <a:pt x="159" y="33"/>
                </a:lnTo>
                <a:lnTo>
                  <a:pt x="160" y="38"/>
                </a:lnTo>
                <a:lnTo>
                  <a:pt x="161" y="52"/>
                </a:lnTo>
                <a:lnTo>
                  <a:pt x="163" y="62"/>
                </a:lnTo>
                <a:lnTo>
                  <a:pt x="164" y="55"/>
                </a:lnTo>
                <a:lnTo>
                  <a:pt x="165" y="39"/>
                </a:lnTo>
                <a:lnTo>
                  <a:pt x="166" y="32"/>
                </a:lnTo>
                <a:lnTo>
                  <a:pt x="167" y="36"/>
                </a:lnTo>
                <a:lnTo>
                  <a:pt x="168" y="44"/>
                </a:lnTo>
                <a:lnTo>
                  <a:pt x="170" y="50"/>
                </a:lnTo>
                <a:lnTo>
                  <a:pt x="171" y="55"/>
                </a:lnTo>
                <a:lnTo>
                  <a:pt x="172" y="57"/>
                </a:lnTo>
                <a:lnTo>
                  <a:pt x="173" y="46"/>
                </a:lnTo>
                <a:lnTo>
                  <a:pt x="174" y="30"/>
                </a:lnTo>
                <a:lnTo>
                  <a:pt x="175" y="28"/>
                </a:lnTo>
                <a:lnTo>
                  <a:pt x="177" y="43"/>
                </a:lnTo>
                <a:lnTo>
                  <a:pt x="178" y="58"/>
                </a:lnTo>
                <a:lnTo>
                  <a:pt x="179" y="59"/>
                </a:lnTo>
                <a:lnTo>
                  <a:pt x="180" y="53"/>
                </a:lnTo>
                <a:lnTo>
                  <a:pt x="181" y="45"/>
                </a:lnTo>
                <a:lnTo>
                  <a:pt x="183" y="34"/>
                </a:lnTo>
                <a:lnTo>
                  <a:pt x="184" y="24"/>
                </a:lnTo>
                <a:lnTo>
                  <a:pt x="185" y="32"/>
                </a:lnTo>
                <a:lnTo>
                  <a:pt x="186" y="58"/>
                </a:lnTo>
                <a:lnTo>
                  <a:pt x="187" y="75"/>
                </a:lnTo>
                <a:lnTo>
                  <a:pt x="188" y="62"/>
                </a:lnTo>
                <a:lnTo>
                  <a:pt x="190" y="35"/>
                </a:lnTo>
                <a:lnTo>
                  <a:pt x="191" y="23"/>
                </a:lnTo>
                <a:lnTo>
                  <a:pt x="192" y="26"/>
                </a:lnTo>
                <a:lnTo>
                  <a:pt x="193" y="35"/>
                </a:lnTo>
                <a:lnTo>
                  <a:pt x="194" y="51"/>
                </a:lnTo>
                <a:lnTo>
                  <a:pt x="195" y="74"/>
                </a:lnTo>
                <a:lnTo>
                  <a:pt x="197" y="78"/>
                </a:lnTo>
                <a:lnTo>
                  <a:pt x="198" y="46"/>
                </a:lnTo>
                <a:lnTo>
                  <a:pt x="199" y="8"/>
                </a:lnTo>
                <a:lnTo>
                  <a:pt x="200" y="8"/>
                </a:lnTo>
                <a:lnTo>
                  <a:pt x="201" y="40"/>
                </a:lnTo>
                <a:lnTo>
                  <a:pt x="202" y="66"/>
                </a:lnTo>
                <a:lnTo>
                  <a:pt x="204" y="72"/>
                </a:lnTo>
                <a:lnTo>
                  <a:pt x="205" y="68"/>
                </a:lnTo>
                <a:lnTo>
                  <a:pt x="206" y="53"/>
                </a:lnTo>
                <a:lnTo>
                  <a:pt x="207" y="22"/>
                </a:lnTo>
                <a:lnTo>
                  <a:pt x="208" y="0"/>
                </a:lnTo>
                <a:lnTo>
                  <a:pt x="209" y="21"/>
                </a:lnTo>
                <a:lnTo>
                  <a:pt x="211" y="69"/>
                </a:lnTo>
                <a:lnTo>
                  <a:pt x="212" y="90"/>
                </a:lnTo>
                <a:lnTo>
                  <a:pt x="213" y="68"/>
                </a:lnTo>
                <a:lnTo>
                  <a:pt x="214" y="37"/>
                </a:lnTo>
                <a:lnTo>
                  <a:pt x="215" y="22"/>
                </a:lnTo>
                <a:lnTo>
                  <a:pt x="216" y="18"/>
                </a:lnTo>
                <a:lnTo>
                  <a:pt x="218" y="24"/>
                </a:lnTo>
                <a:lnTo>
                  <a:pt x="219" y="50"/>
                </a:lnTo>
                <a:lnTo>
                  <a:pt x="220" y="82"/>
                </a:lnTo>
                <a:lnTo>
                  <a:pt x="221" y="82"/>
                </a:lnTo>
                <a:lnTo>
                  <a:pt x="222" y="44"/>
                </a:lnTo>
                <a:lnTo>
                  <a:pt x="223" y="12"/>
                </a:lnTo>
                <a:lnTo>
                  <a:pt x="225" y="16"/>
                </a:lnTo>
                <a:lnTo>
                  <a:pt x="226" y="39"/>
                </a:lnTo>
                <a:lnTo>
                  <a:pt x="227" y="55"/>
                </a:lnTo>
                <a:lnTo>
                  <a:pt x="228" y="64"/>
                </a:lnTo>
                <a:lnTo>
                  <a:pt x="229" y="67"/>
                </a:lnTo>
                <a:lnTo>
                  <a:pt x="230" y="55"/>
                </a:lnTo>
                <a:lnTo>
                  <a:pt x="232" y="28"/>
                </a:lnTo>
                <a:lnTo>
                  <a:pt x="233" y="15"/>
                </a:lnTo>
                <a:lnTo>
                  <a:pt x="234" y="32"/>
                </a:lnTo>
                <a:lnTo>
                  <a:pt x="235" y="58"/>
                </a:lnTo>
                <a:lnTo>
                  <a:pt x="236" y="66"/>
                </a:lnTo>
                <a:lnTo>
                  <a:pt x="237" y="56"/>
                </a:lnTo>
                <a:lnTo>
                  <a:pt x="239" y="45"/>
                </a:lnTo>
                <a:lnTo>
                  <a:pt x="240" y="37"/>
                </a:lnTo>
                <a:lnTo>
                  <a:pt x="241" y="31"/>
                </a:lnTo>
                <a:lnTo>
                  <a:pt x="242" y="32"/>
                </a:lnTo>
                <a:lnTo>
                  <a:pt x="243" y="47"/>
                </a:lnTo>
                <a:lnTo>
                  <a:pt x="245" y="62"/>
                </a:lnTo>
                <a:lnTo>
                  <a:pt x="246" y="60"/>
                </a:lnTo>
                <a:lnTo>
                  <a:pt x="247" y="44"/>
                </a:lnTo>
                <a:lnTo>
                  <a:pt x="248" y="33"/>
                </a:lnTo>
                <a:lnTo>
                  <a:pt x="249" y="35"/>
                </a:lnTo>
                <a:lnTo>
                  <a:pt x="250" y="40"/>
                </a:lnTo>
                <a:lnTo>
                  <a:pt x="252" y="46"/>
                </a:lnTo>
                <a:lnTo>
                  <a:pt x="253" y="54"/>
                </a:lnTo>
                <a:lnTo>
                  <a:pt x="254" y="58"/>
                </a:lnTo>
                <a:lnTo>
                  <a:pt x="255" y="51"/>
                </a:lnTo>
                <a:lnTo>
                  <a:pt x="256" y="35"/>
                </a:lnTo>
                <a:lnTo>
                  <a:pt x="257" y="28"/>
                </a:lnTo>
                <a:lnTo>
                  <a:pt x="259" y="38"/>
                </a:lnTo>
                <a:lnTo>
                  <a:pt x="260" y="52"/>
                </a:lnTo>
                <a:lnTo>
                  <a:pt x="261" y="57"/>
                </a:lnTo>
                <a:lnTo>
                  <a:pt x="262" y="54"/>
                </a:lnTo>
                <a:lnTo>
                  <a:pt x="263" y="49"/>
                </a:lnTo>
                <a:lnTo>
                  <a:pt x="264" y="39"/>
                </a:lnTo>
                <a:lnTo>
                  <a:pt x="266" y="27"/>
                </a:lnTo>
                <a:lnTo>
                  <a:pt x="267" y="28"/>
                </a:lnTo>
                <a:lnTo>
                  <a:pt x="268" y="49"/>
                </a:lnTo>
                <a:lnTo>
                  <a:pt x="269" y="68"/>
                </a:lnTo>
                <a:lnTo>
                  <a:pt x="270" y="65"/>
                </a:lnTo>
                <a:lnTo>
                  <a:pt x="271" y="44"/>
                </a:lnTo>
                <a:lnTo>
                  <a:pt x="273" y="30"/>
                </a:lnTo>
                <a:lnTo>
                  <a:pt x="274" y="28"/>
                </a:lnTo>
                <a:lnTo>
                  <a:pt x="275" y="31"/>
                </a:lnTo>
                <a:lnTo>
                  <a:pt x="276" y="42"/>
                </a:lnTo>
                <a:lnTo>
                  <a:pt x="277" y="65"/>
                </a:lnTo>
                <a:lnTo>
                  <a:pt x="278" y="76"/>
                </a:lnTo>
                <a:lnTo>
                  <a:pt x="280" y="57"/>
                </a:lnTo>
                <a:lnTo>
                  <a:pt x="281" y="23"/>
                </a:lnTo>
                <a:lnTo>
                  <a:pt x="282" y="12"/>
                </a:lnTo>
                <a:lnTo>
                  <a:pt x="283" y="32"/>
                </a:lnTo>
                <a:lnTo>
                  <a:pt x="284" y="54"/>
                </a:lnTo>
                <a:lnTo>
                  <a:pt x="285" y="64"/>
                </a:lnTo>
                <a:lnTo>
                  <a:pt x="287" y="67"/>
                </a:lnTo>
                <a:lnTo>
                  <a:pt x="288" y="61"/>
                </a:lnTo>
                <a:lnTo>
                  <a:pt x="289" y="36"/>
                </a:lnTo>
                <a:lnTo>
                  <a:pt x="290" y="9"/>
                </a:lnTo>
                <a:lnTo>
                  <a:pt x="291" y="16"/>
                </a:lnTo>
                <a:lnTo>
                  <a:pt x="292" y="52"/>
                </a:lnTo>
                <a:lnTo>
                  <a:pt x="294" y="78"/>
                </a:lnTo>
                <a:lnTo>
                  <a:pt x="295" y="70"/>
                </a:lnTo>
                <a:lnTo>
                  <a:pt x="296" y="48"/>
                </a:lnTo>
                <a:lnTo>
                  <a:pt x="297" y="33"/>
                </a:lnTo>
                <a:lnTo>
                  <a:pt x="298" y="24"/>
                </a:lnTo>
                <a:lnTo>
                  <a:pt x="299" y="22"/>
                </a:lnTo>
                <a:lnTo>
                  <a:pt x="301" y="39"/>
                </a:lnTo>
                <a:lnTo>
                  <a:pt x="302" y="69"/>
                </a:lnTo>
                <a:lnTo>
                  <a:pt x="303" y="79"/>
                </a:lnTo>
                <a:lnTo>
                  <a:pt x="304" y="55"/>
                </a:lnTo>
                <a:lnTo>
                  <a:pt x="305" y="26"/>
                </a:lnTo>
                <a:lnTo>
                  <a:pt x="307" y="20"/>
                </a:lnTo>
                <a:lnTo>
                  <a:pt x="308" y="34"/>
                </a:lnTo>
                <a:lnTo>
                  <a:pt x="309" y="47"/>
                </a:lnTo>
                <a:lnTo>
                  <a:pt x="310" y="56"/>
                </a:lnTo>
                <a:lnTo>
                  <a:pt x="311" y="64"/>
                </a:lnTo>
                <a:lnTo>
                  <a:pt x="312" y="59"/>
                </a:lnTo>
                <a:lnTo>
                  <a:pt x="314" y="38"/>
                </a:lnTo>
                <a:lnTo>
                  <a:pt x="315" y="22"/>
                </a:lnTo>
                <a:lnTo>
                  <a:pt x="316" y="29"/>
                </a:lnTo>
                <a:lnTo>
                  <a:pt x="317" y="49"/>
                </a:lnTo>
                <a:lnTo>
                  <a:pt x="318" y="59"/>
                </a:lnTo>
                <a:lnTo>
                  <a:pt x="319" y="56"/>
                </a:lnTo>
                <a:lnTo>
                  <a:pt x="321" y="49"/>
                </a:lnTo>
                <a:lnTo>
                  <a:pt x="322" y="43"/>
                </a:lnTo>
                <a:lnTo>
                  <a:pt x="323" y="35"/>
                </a:lnTo>
                <a:lnTo>
                  <a:pt x="324" y="33"/>
                </a:lnTo>
                <a:lnTo>
                  <a:pt x="325" y="42"/>
                </a:lnTo>
                <a:lnTo>
                  <a:pt x="326" y="55"/>
                </a:lnTo>
                <a:lnTo>
                  <a:pt x="328" y="57"/>
                </a:lnTo>
                <a:lnTo>
                  <a:pt x="329" y="48"/>
                </a:lnTo>
                <a:lnTo>
                  <a:pt x="330" y="39"/>
                </a:lnTo>
                <a:lnTo>
                  <a:pt x="331" y="38"/>
                </a:lnTo>
                <a:lnTo>
                  <a:pt x="332" y="40"/>
                </a:lnTo>
                <a:lnTo>
                  <a:pt x="333" y="43"/>
                </a:lnTo>
                <a:lnTo>
                  <a:pt x="335" y="49"/>
                </a:lnTo>
                <a:lnTo>
                  <a:pt x="336" y="54"/>
                </a:lnTo>
                <a:lnTo>
                  <a:pt x="337" y="51"/>
                </a:lnTo>
                <a:lnTo>
                  <a:pt x="338" y="42"/>
                </a:lnTo>
                <a:lnTo>
                  <a:pt x="339" y="35"/>
                </a:lnTo>
                <a:lnTo>
                  <a:pt x="340" y="39"/>
                </a:lnTo>
                <a:lnTo>
                  <a:pt x="342" y="46"/>
                </a:lnTo>
                <a:lnTo>
                  <a:pt x="343" y="51"/>
                </a:lnTo>
                <a:lnTo>
                  <a:pt x="344" y="51"/>
                </a:lnTo>
                <a:lnTo>
                  <a:pt x="345" y="50"/>
                </a:lnTo>
                <a:lnTo>
                  <a:pt x="346" y="45"/>
                </a:lnTo>
                <a:lnTo>
                  <a:pt x="347" y="37"/>
                </a:lnTo>
                <a:lnTo>
                  <a:pt x="349" y="34"/>
                </a:lnTo>
                <a:lnTo>
                  <a:pt x="350" y="43"/>
                </a:lnTo>
                <a:lnTo>
                  <a:pt x="351" y="55"/>
                </a:lnTo>
                <a:lnTo>
                  <a:pt x="352" y="57"/>
                </a:lnTo>
                <a:lnTo>
                  <a:pt x="353" y="48"/>
                </a:lnTo>
                <a:lnTo>
                  <a:pt x="354" y="41"/>
                </a:lnTo>
                <a:lnTo>
                  <a:pt x="356" y="37"/>
                </a:lnTo>
                <a:lnTo>
                  <a:pt x="357" y="36"/>
                </a:lnTo>
                <a:lnTo>
                  <a:pt x="358" y="40"/>
                </a:lnTo>
                <a:lnTo>
                  <a:pt x="359" y="51"/>
                </a:lnTo>
                <a:lnTo>
                  <a:pt x="360" y="61"/>
                </a:lnTo>
                <a:lnTo>
                  <a:pt x="362" y="55"/>
                </a:lnTo>
                <a:lnTo>
                  <a:pt x="363" y="39"/>
                </a:lnTo>
                <a:lnTo>
                  <a:pt x="364" y="30"/>
                </a:lnTo>
                <a:lnTo>
                  <a:pt x="365" y="35"/>
                </a:lnTo>
                <a:lnTo>
                  <a:pt x="366" y="45"/>
                </a:lnTo>
                <a:lnTo>
                  <a:pt x="367" y="51"/>
                </a:lnTo>
                <a:lnTo>
                  <a:pt x="369" y="55"/>
                </a:lnTo>
                <a:lnTo>
                  <a:pt x="370" y="56"/>
                </a:lnTo>
                <a:lnTo>
                  <a:pt x="371" y="46"/>
                </a:lnTo>
                <a:lnTo>
                  <a:pt x="372" y="31"/>
                </a:lnTo>
                <a:lnTo>
                  <a:pt x="373" y="29"/>
                </a:lnTo>
                <a:lnTo>
                  <a:pt x="374" y="43"/>
                </a:lnTo>
                <a:lnTo>
                  <a:pt x="376" y="57"/>
                </a:lnTo>
                <a:lnTo>
                  <a:pt x="377" y="57"/>
                </a:lnTo>
                <a:lnTo>
                  <a:pt x="378" y="50"/>
                </a:lnTo>
                <a:lnTo>
                  <a:pt x="379" y="43"/>
                </a:lnTo>
                <a:lnTo>
                  <a:pt x="380" y="38"/>
                </a:lnTo>
                <a:lnTo>
                  <a:pt x="381" y="34"/>
                </a:lnTo>
                <a:lnTo>
                  <a:pt x="383" y="39"/>
                </a:lnTo>
                <a:lnTo>
                  <a:pt x="384" y="51"/>
                </a:lnTo>
                <a:lnTo>
                  <a:pt x="385" y="58"/>
                </a:lnTo>
                <a:lnTo>
                  <a:pt x="386" y="52"/>
                </a:lnTo>
                <a:lnTo>
                  <a:pt x="387" y="41"/>
                </a:lnTo>
                <a:lnTo>
                  <a:pt x="388" y="36"/>
                </a:lnTo>
                <a:lnTo>
                  <a:pt x="390" y="39"/>
                </a:lnTo>
                <a:lnTo>
                  <a:pt x="391" y="43"/>
                </a:lnTo>
                <a:lnTo>
                  <a:pt x="392" y="47"/>
                </a:lnTo>
                <a:lnTo>
                  <a:pt x="393" y="51"/>
                </a:lnTo>
                <a:lnTo>
                  <a:pt x="394" y="52"/>
                </a:lnTo>
                <a:lnTo>
                  <a:pt x="395" y="45"/>
                </a:lnTo>
                <a:lnTo>
                  <a:pt x="397" y="39"/>
                </a:lnTo>
                <a:lnTo>
                  <a:pt x="398" y="39"/>
                </a:lnTo>
                <a:lnTo>
                  <a:pt x="399" y="44"/>
                </a:lnTo>
                <a:lnTo>
                  <a:pt x="400" y="48"/>
                </a:lnTo>
                <a:lnTo>
                  <a:pt x="401" y="48"/>
                </a:lnTo>
                <a:lnTo>
                  <a:pt x="402" y="47"/>
                </a:lnTo>
                <a:lnTo>
                  <a:pt x="404" y="45"/>
                </a:lnTo>
                <a:lnTo>
                  <a:pt x="405" y="43"/>
                </a:lnTo>
                <a:lnTo>
                  <a:pt x="406" y="42"/>
                </a:lnTo>
                <a:lnTo>
                  <a:pt x="407" y="43"/>
                </a:lnTo>
                <a:lnTo>
                  <a:pt x="408" y="47"/>
                </a:lnTo>
                <a:lnTo>
                  <a:pt x="409" y="48"/>
                </a:lnTo>
                <a:lnTo>
                  <a:pt x="411" y="46"/>
                </a:lnTo>
                <a:lnTo>
                  <a:pt x="412" y="44"/>
                </a:lnTo>
                <a:lnTo>
                  <a:pt x="413" y="44"/>
                </a:lnTo>
                <a:lnTo>
                  <a:pt x="414" y="44"/>
                </a:lnTo>
                <a:lnTo>
                  <a:pt x="415" y="44"/>
                </a:lnTo>
                <a:lnTo>
                  <a:pt x="416" y="45"/>
                </a:lnTo>
                <a:lnTo>
                  <a:pt x="418" y="46"/>
                </a:lnTo>
                <a:lnTo>
                  <a:pt x="419" y="46"/>
                </a:lnTo>
                <a:lnTo>
                  <a:pt x="420" y="45"/>
                </a:lnTo>
              </a:path>
            </a:pathLst>
          </a:custGeom>
          <a:noFill/>
          <a:ln w="15240">
            <a:solidFill>
              <a:srgbClr val="26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7220" y="3505200"/>
            <a:ext cx="7315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626A65"/>
                </a:solidFill>
                <a:latin typeface="PingFang SC"/>
                <a:ea typeface="PingFang SC"/>
              </a:rPr>
              <a:t>口型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56860" y="3566160"/>
            <a:ext cx="2301240" cy="16764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56860" y="3566160"/>
            <a:ext cx="2042160" cy="167640"/>
          </a:xfrm>
          <a:prstGeom prst="rect">
            <a:avLst/>
          </a:prstGeom>
          <a:solidFill>
            <a:srgbClr val="266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7220" y="4122420"/>
            <a:ext cx="7315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626A65"/>
                </a:solidFill>
                <a:latin typeface="PingFang SC"/>
                <a:ea typeface="PingFang SC"/>
              </a:rPr>
              <a:t>表情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56860" y="4183380"/>
            <a:ext cx="2301240" cy="16764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56860" y="4183380"/>
            <a:ext cx="1417320" cy="167640"/>
          </a:xfrm>
          <a:prstGeom prst="rect">
            <a:avLst/>
          </a:prstGeom>
          <a:solidFill>
            <a:srgbClr val="266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7220" y="4739640"/>
            <a:ext cx="7315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626A65"/>
                </a:solidFill>
                <a:latin typeface="PingFang SC"/>
                <a:ea typeface="PingFang SC"/>
              </a:rPr>
              <a:t>姿态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56860" y="4800600"/>
            <a:ext cx="2301240" cy="16764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56860" y="4800600"/>
            <a:ext cx="1714500" cy="167640"/>
          </a:xfrm>
          <a:prstGeom prst="rect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3489960"/>
            <a:ext cx="762000" cy="123444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5340" y="3672840"/>
            <a:ext cx="441960" cy="441960"/>
          </a:xfrm>
          <a:prstGeom prst="ellipse">
            <a:avLst/>
          </a:pr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73440" y="4137660"/>
            <a:ext cx="365760" cy="358140"/>
          </a:xfrm>
          <a:prstGeom prst="rect">
            <a:avLst/>
          </a:pr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572500" y="3977639"/>
            <a:ext cx="167640" cy="0"/>
          </a:xfrm>
          <a:prstGeom prst="line">
            <a:avLst/>
          </a:prstGeom>
          <a:ln w="15240">
            <a:solidFill>
              <a:srgbClr val="B8E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128760" y="3489960"/>
            <a:ext cx="762000" cy="123444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88780" y="3672840"/>
            <a:ext cx="441960" cy="441960"/>
          </a:xfrm>
          <a:prstGeom prst="ellipse">
            <a:avLst/>
          </a:pr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0" y="4137660"/>
            <a:ext cx="365760" cy="358140"/>
          </a:xfrm>
          <a:prstGeom prst="rect">
            <a:avLst/>
          </a:pr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425940" y="3977639"/>
            <a:ext cx="167640" cy="0"/>
          </a:xfrm>
          <a:prstGeom prst="line">
            <a:avLst/>
          </a:prstGeom>
          <a:ln w="30480">
            <a:solidFill>
              <a:srgbClr val="B8E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982200" y="3489960"/>
            <a:ext cx="762000" cy="123444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42220" y="3672840"/>
            <a:ext cx="441960" cy="441960"/>
          </a:xfrm>
          <a:prstGeom prst="ellipse">
            <a:avLst/>
          </a:pr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80320" y="4137660"/>
            <a:ext cx="365760" cy="358140"/>
          </a:xfrm>
          <a:prstGeom prst="rect">
            <a:avLst/>
          </a:pr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0279380" y="3977639"/>
            <a:ext cx="167640" cy="0"/>
          </a:xfrm>
          <a:prstGeom prst="line">
            <a:avLst/>
          </a:prstGeom>
          <a:ln w="45719">
            <a:solidFill>
              <a:srgbClr val="B8E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32860" y="4008120"/>
            <a:ext cx="388620" cy="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122420" y="3939540"/>
            <a:ext cx="99060" cy="6858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122420" y="4008120"/>
            <a:ext cx="99060" cy="68579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749540" y="4008120"/>
            <a:ext cx="350519" cy="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001000" y="3939540"/>
            <a:ext cx="99059" cy="6858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001000" y="4008120"/>
            <a:ext cx="99059" cy="68579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79120" y="532638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79120" y="5615940"/>
            <a:ext cx="1103376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18201E"/>
                </a:solidFill>
                <a:latin typeface="PingFang SC"/>
                <a:ea typeface="PingFang SC"/>
              </a:rPr>
              <a:t>连续播放这些画面，就形成了“正在说话”的视频。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120" y="6172200"/>
            <a:ext cx="11033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PingFang SC"/>
                <a:ea typeface="PingFang SC"/>
              </a:rPr>
              <a:t>运动参数与帧图均为结构示意，无实测数值含义。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08/22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03 / 三类技术的边界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“换脸”，其实包含不同的事。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9120" y="31470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9120" y="2049780"/>
            <a:ext cx="2476500" cy="670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sz="3240" b="1">
                <a:solidFill>
                  <a:srgbClr val="18201E"/>
                </a:solidFill>
                <a:latin typeface="PingFang SC"/>
                <a:ea typeface="PingFang SC"/>
              </a:rPr>
              <a:t>换脸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9940" y="2118360"/>
            <a:ext cx="4724400" cy="472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75"/>
              </a:lnSpc>
              <a:spcBef>
                <a:spcPts val="0"/>
              </a:spcBef>
              <a:spcAft>
                <a:spcPts val="0"/>
              </a:spcAft>
            </a:pPr>
            <a:r>
              <a:rPr sz="2220" b="0">
                <a:solidFill>
                  <a:srgbClr val="18201E"/>
                </a:solidFill>
                <a:latin typeface="PingFang SC"/>
                <a:ea typeface="PingFang SC"/>
              </a:rPr>
              <a:t>已有视频 + 另一张脸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8659" y="2141220"/>
            <a:ext cx="328422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626A65"/>
                </a:solidFill>
                <a:latin typeface="PingFang SC"/>
                <a:ea typeface="PingFang SC"/>
              </a:rPr>
              <a:t>人物外观被替换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20" y="449580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9120" y="3398520"/>
            <a:ext cx="2476500" cy="670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sz="3240" b="1">
                <a:solidFill>
                  <a:srgbClr val="266C57"/>
                </a:solidFill>
                <a:latin typeface="PingFang SC"/>
                <a:ea typeface="PingFang SC"/>
              </a:rPr>
              <a:t>照片说话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9940" y="3467100"/>
            <a:ext cx="4724400" cy="472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75"/>
              </a:lnSpc>
              <a:spcBef>
                <a:spcPts val="0"/>
              </a:spcBef>
              <a:spcAft>
                <a:spcPts val="0"/>
              </a:spcAft>
            </a:pPr>
            <a:r>
              <a:rPr sz="2220" b="0">
                <a:solidFill>
                  <a:srgbClr val="18201E"/>
                </a:solidFill>
                <a:latin typeface="PingFang SC"/>
                <a:ea typeface="PingFang SC"/>
              </a:rPr>
              <a:t>肖像 + 音频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659" y="3489960"/>
            <a:ext cx="328422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626A65"/>
                </a:solidFill>
                <a:latin typeface="PingFang SC"/>
                <a:ea typeface="PingFang SC"/>
              </a:rPr>
              <a:t>静态照片产生说话动作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9120" y="584454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9120" y="4747260"/>
            <a:ext cx="2476500" cy="670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sz="3240" b="1">
                <a:solidFill>
                  <a:srgbClr val="C83D31"/>
                </a:solidFill>
                <a:latin typeface="PingFang SC"/>
                <a:ea typeface="PingFang SC"/>
              </a:rPr>
              <a:t>表情迁移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9940" y="4815840"/>
            <a:ext cx="4724400" cy="472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75"/>
              </a:lnSpc>
              <a:spcBef>
                <a:spcPts val="0"/>
              </a:spcBef>
              <a:spcAft>
                <a:spcPts val="0"/>
              </a:spcAft>
            </a:pPr>
            <a:r>
              <a:rPr sz="2220" b="0">
                <a:solidFill>
                  <a:srgbClr val="18201E"/>
                </a:solidFill>
                <a:latin typeface="PingFang SC"/>
                <a:ea typeface="PingFang SC"/>
              </a:rPr>
              <a:t>肖像 + 驱动视频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8659" y="4838700"/>
            <a:ext cx="328422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626A65"/>
                </a:solidFill>
                <a:latin typeface="PingFang SC"/>
                <a:ea typeface="PingFang SC"/>
              </a:rPr>
              <a:t>把动作带到另一张脸上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" y="6111240"/>
            <a:ext cx="11033760" cy="259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626A65"/>
                </a:solidFill>
                <a:latin typeface="PingFang SC"/>
                <a:ea typeface="PingFang SC"/>
              </a:rPr>
              <a:t>主展示：F5-TTS + SadTalker；扩展：LivePortrait。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09/22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04 / 从输入到成片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这次展示，用到的是这条制作链。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1844040"/>
            <a:ext cx="5334000" cy="350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266C57"/>
                </a:solidFill>
                <a:latin typeface="PingFang SC"/>
                <a:ea typeface="PingFang SC"/>
              </a:rPr>
              <a:t>声音路径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2270760"/>
            <a:ext cx="3886200" cy="899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18201E"/>
                </a:solidFill>
                <a:latin typeface="PingFang SC"/>
                <a:ea typeface="PingFang SC"/>
              </a:rPr>
              <a:t>参考录音 + 逐字稿</a:t>
            </a:r>
          </a:p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18201E"/>
                </a:solidFill>
                <a:latin typeface="PingFang SC"/>
                <a:ea typeface="PingFang SC"/>
              </a:rPr>
              <a:t>+ 新台词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4968240" y="2232660"/>
            <a:ext cx="2750820" cy="944880"/>
          </a:xfrm>
          <a:prstGeom prst="rect">
            <a:avLst/>
          </a:pr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96840" y="2453640"/>
            <a:ext cx="2293620" cy="48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225"/>
              </a:lnSpc>
              <a:spcBef>
                <a:spcPts val="0"/>
              </a:spcBef>
              <a:spcAft>
                <a:spcPts val="0"/>
              </a:spcAft>
            </a:pPr>
            <a:r>
              <a:rPr sz="2580" b="0">
                <a:solidFill>
                  <a:srgbClr val="B8EDC7"/>
                </a:solidFill>
                <a:latin typeface="Menlo"/>
                <a:ea typeface="PingFang SC"/>
              </a:rPr>
              <a:t>F5-TTS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68140" y="2712720"/>
            <a:ext cx="541020" cy="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0100" y="2644140"/>
            <a:ext cx="99060" cy="6858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610100" y="2712720"/>
            <a:ext cx="99060" cy="6858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47660" y="2712720"/>
            <a:ext cx="548640" cy="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97240" y="2644140"/>
            <a:ext cx="99060" cy="6858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397240" y="2712720"/>
            <a:ext cx="99060" cy="6858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39200" y="2438400"/>
            <a:ext cx="2743200" cy="586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266C57"/>
                </a:solidFill>
                <a:latin typeface="PingFang SC"/>
                <a:ea typeface="PingFang SC"/>
              </a:rPr>
              <a:t>合成声音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9120" y="363474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9120" y="3779520"/>
            <a:ext cx="5334000" cy="350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C83D31"/>
                </a:solidFill>
                <a:latin typeface="PingFang SC"/>
                <a:ea typeface="PingFang SC"/>
              </a:rPr>
              <a:t>画面路径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120" y="4328160"/>
            <a:ext cx="3886200" cy="7543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18201E"/>
                </a:solidFill>
                <a:latin typeface="PingFang SC"/>
                <a:ea typeface="PingFang SC"/>
              </a:rPr>
              <a:t>本人照片 + 合成声音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8240" y="4206240"/>
            <a:ext cx="2750820" cy="944880"/>
          </a:xfrm>
          <a:prstGeom prst="rect">
            <a:avLst/>
          </a:pr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6840" y="4419600"/>
            <a:ext cx="2293620" cy="48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EDEEE6"/>
                </a:solidFill>
                <a:latin typeface="Menlo"/>
                <a:ea typeface="PingFang SC"/>
              </a:rPr>
              <a:t>SadTalker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68140" y="4678680"/>
            <a:ext cx="541020" cy="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0100" y="4610100"/>
            <a:ext cx="99060" cy="6858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610100" y="4678680"/>
            <a:ext cx="99060" cy="6858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47660" y="4678680"/>
            <a:ext cx="548640" cy="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97240" y="4610100"/>
            <a:ext cx="99060" cy="6858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397240" y="4678680"/>
            <a:ext cx="99060" cy="68580"/>
          </a:xfrm>
          <a:prstGeom prst="line">
            <a:avLst/>
          </a:prstGeom>
          <a:ln w="22859">
            <a:solidFill>
              <a:srgbClr val="182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839200" y="4419600"/>
            <a:ext cx="2743200" cy="586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C83D31"/>
                </a:solidFill>
                <a:latin typeface="PingFang SC"/>
                <a:ea typeface="PingFang SC"/>
              </a:rPr>
              <a:t>说话视频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120" y="5821680"/>
            <a:ext cx="110337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626A65"/>
                </a:solidFill>
                <a:latin typeface="PingFang SC"/>
                <a:ea typeface="PingFang SC"/>
              </a:rPr>
              <a:t>先在课前生成视频，课堂展示输入、结果和关键变化。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AAB7AD"/>
                </a:solidFill>
                <a:latin typeface="PingFang SC"/>
                <a:ea typeface="PingFang SC"/>
              </a:rPr>
              <a:t>04 / 从预录片段到实时交互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EDEEE6"/>
                </a:solidFill>
                <a:latin typeface="PingFang SC"/>
                <a:ea typeface="PingFang SC"/>
              </a:rPr>
              <a:t>如果它还能现场回答问题呢？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1958340"/>
            <a:ext cx="1103376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7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EDEEE6"/>
                </a:solidFill>
                <a:latin typeface="PingFang SC"/>
                <a:ea typeface="PingFang SC"/>
              </a:rPr>
              <a:t>能接话，增加了互动；</a:t>
            </a:r>
          </a:p>
          <a:p>
            <a:pPr algn="l">
              <a:lnSpc>
                <a:spcPts val="487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EDEEE6"/>
                </a:solidFill>
                <a:latin typeface="PingFang SC"/>
                <a:ea typeface="PingFang SC"/>
              </a:rPr>
              <a:t>身份仍然需要验证。</a:t>
            </a:r>
          </a:p>
        </p:txBody>
      </p:sp>
      <p:sp>
        <p:nvSpPr>
          <p:cNvPr id="5" name="Oval 4"/>
          <p:cNvSpPr/>
          <p:nvPr/>
        </p:nvSpPr>
        <p:spPr>
          <a:xfrm>
            <a:off x="701040" y="4152900"/>
            <a:ext cx="121920" cy="121920"/>
          </a:xfrm>
          <a:prstGeom prst="ellipse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37259" y="4213860"/>
            <a:ext cx="2209801" cy="0"/>
          </a:xfrm>
          <a:prstGeom prst="line">
            <a:avLst/>
          </a:prstGeom>
          <a:ln w="15240">
            <a:solidFill>
              <a:srgbClr val="5C74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4145280"/>
            <a:ext cx="99060" cy="68580"/>
          </a:xfrm>
          <a:prstGeom prst="line">
            <a:avLst/>
          </a:prstGeom>
          <a:ln w="15240">
            <a:solidFill>
              <a:srgbClr val="5C74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048000" y="4213860"/>
            <a:ext cx="99060" cy="68580"/>
          </a:xfrm>
          <a:prstGeom prst="line">
            <a:avLst/>
          </a:prstGeom>
          <a:ln w="15240">
            <a:solidFill>
              <a:srgbClr val="5C74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9120" y="4579620"/>
            <a:ext cx="25908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EDEEE6"/>
                </a:solidFill>
                <a:latin typeface="PingFang SC"/>
                <a:ea typeface="PingFang SC"/>
              </a:rPr>
              <a:t>听见问题</a:t>
            </a:r>
          </a:p>
        </p:txBody>
      </p:sp>
      <p:sp>
        <p:nvSpPr>
          <p:cNvPr id="10" name="Oval 9"/>
          <p:cNvSpPr/>
          <p:nvPr/>
        </p:nvSpPr>
        <p:spPr>
          <a:xfrm>
            <a:off x="3528060" y="4152900"/>
            <a:ext cx="121920" cy="121920"/>
          </a:xfrm>
          <a:prstGeom prst="ellipse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764279" y="4213860"/>
            <a:ext cx="2209801" cy="0"/>
          </a:xfrm>
          <a:prstGeom prst="line">
            <a:avLst/>
          </a:prstGeom>
          <a:ln w="15240">
            <a:solidFill>
              <a:srgbClr val="5C74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75020" y="4145280"/>
            <a:ext cx="99060" cy="68580"/>
          </a:xfrm>
          <a:prstGeom prst="line">
            <a:avLst/>
          </a:prstGeom>
          <a:ln w="15240">
            <a:solidFill>
              <a:srgbClr val="5C74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875020" y="4213860"/>
            <a:ext cx="99060" cy="68580"/>
          </a:xfrm>
          <a:prstGeom prst="line">
            <a:avLst/>
          </a:prstGeom>
          <a:ln w="15240">
            <a:solidFill>
              <a:srgbClr val="5C74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06140" y="4579620"/>
            <a:ext cx="25908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EDEEE6"/>
                </a:solidFill>
                <a:latin typeface="PingFang SC"/>
                <a:ea typeface="PingFang SC"/>
              </a:rPr>
              <a:t>理解与回答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152900"/>
            <a:ext cx="121920" cy="121920"/>
          </a:xfrm>
          <a:prstGeom prst="ellipse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591300" y="4213860"/>
            <a:ext cx="2209800" cy="0"/>
          </a:xfrm>
          <a:prstGeom prst="line">
            <a:avLst/>
          </a:prstGeom>
          <a:ln w="15240">
            <a:solidFill>
              <a:srgbClr val="5C74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02040" y="4145280"/>
            <a:ext cx="99060" cy="68580"/>
          </a:xfrm>
          <a:prstGeom prst="line">
            <a:avLst/>
          </a:prstGeom>
          <a:ln w="15240">
            <a:solidFill>
              <a:srgbClr val="5C74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702040" y="4213860"/>
            <a:ext cx="99060" cy="68580"/>
          </a:xfrm>
          <a:prstGeom prst="line">
            <a:avLst/>
          </a:prstGeom>
          <a:ln w="15240">
            <a:solidFill>
              <a:srgbClr val="5C74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33160" y="4579620"/>
            <a:ext cx="25908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EDEEE6"/>
                </a:solidFill>
                <a:latin typeface="PingFang SC"/>
                <a:ea typeface="PingFang SC"/>
              </a:rPr>
              <a:t>合成声音</a:t>
            </a:r>
          </a:p>
        </p:txBody>
      </p:sp>
      <p:sp>
        <p:nvSpPr>
          <p:cNvPr id="20" name="Oval 19"/>
          <p:cNvSpPr/>
          <p:nvPr/>
        </p:nvSpPr>
        <p:spPr>
          <a:xfrm>
            <a:off x="9182100" y="4152900"/>
            <a:ext cx="121920" cy="121920"/>
          </a:xfrm>
          <a:prstGeom prst="ellipse">
            <a:avLst/>
          </a:prstGeom>
          <a:solidFill>
            <a:srgbClr val="B8E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0180" y="4579620"/>
            <a:ext cx="25908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EDEEE6"/>
                </a:solidFill>
                <a:latin typeface="PingFang SC"/>
                <a:ea typeface="PingFang SC"/>
              </a:rPr>
              <a:t>生成画面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120" y="5768340"/>
            <a:ext cx="110337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AAB7AD"/>
                </a:solidFill>
                <a:latin typeface="PingFang SC"/>
                <a:ea typeface="PingFang SC"/>
              </a:rPr>
              <a:t>系统组成示意 · 本课演示主线为课前生成片段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69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B7AD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AAB7AD"/>
                </a:solidFill>
                <a:latin typeface="Menlo"/>
                <a:ea typeface="PingFang SC"/>
              </a:rP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05 /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视频会议里的人，也可能来自生成。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1981199"/>
            <a:ext cx="4495800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83D31"/>
                </a:solidFill>
                <a:latin typeface="Menlo"/>
                <a:ea typeface="PingFang SC"/>
              </a:rPr>
              <a:t>2024 / HONG KONG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2819400"/>
            <a:ext cx="4648200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60" b="1">
                <a:solidFill>
                  <a:srgbClr val="18201E"/>
                </a:solidFill>
                <a:latin typeface="PingFang SC"/>
                <a:ea typeface="PingFang SC"/>
              </a:rPr>
              <a:t>多人“在场”，</a:t>
            </a:r>
          </a:p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60" b="1">
                <a:solidFill>
                  <a:srgbClr val="18201E"/>
                </a:solidFill>
                <a:latin typeface="PingFang SC"/>
                <a:ea typeface="PingFang SC"/>
              </a:rPr>
              <a:t>来源可能只有一方。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" y="5181600"/>
            <a:ext cx="4648200" cy="906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6A65"/>
                </a:solidFill>
                <a:latin typeface="PingFang SC"/>
                <a:ea typeface="PingFang SC"/>
              </a:rPr>
              <a:t>问题出在：外观、声音与权威感，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6A65"/>
                </a:solidFill>
                <a:latin typeface="PingFang SC"/>
                <a:ea typeface="PingFang SC"/>
              </a:rPr>
              <a:t>被当成了身份和授权的证据。</a:t>
            </a:r>
          </a:p>
        </p:txBody>
      </p:sp>
      <p:sp>
        <p:nvSpPr>
          <p:cNvPr id="7" name="Oval 6"/>
          <p:cNvSpPr/>
          <p:nvPr/>
        </p:nvSpPr>
        <p:spPr>
          <a:xfrm>
            <a:off x="6172200" y="2133600"/>
            <a:ext cx="243840" cy="243840"/>
          </a:xfrm>
          <a:prstGeom prst="ellipse">
            <a:avLst/>
          </a:pr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294120" y="2407920"/>
            <a:ext cx="0" cy="838200"/>
          </a:xfrm>
          <a:prstGeom prst="line">
            <a:avLst/>
          </a:prstGeom>
          <a:ln w="1524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59880" y="1988819"/>
            <a:ext cx="48768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18201E"/>
                </a:solidFill>
                <a:latin typeface="PingFang SC"/>
                <a:ea typeface="PingFang SC"/>
              </a:rPr>
              <a:t>钓鱼消息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880" y="2613660"/>
            <a:ext cx="4876800" cy="541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6A65"/>
                </a:solidFill>
                <a:latin typeface="PingFang SC"/>
                <a:ea typeface="PingFang SC"/>
              </a:rPr>
              <a:t>假冒公司高层</a:t>
            </a:r>
          </a:p>
        </p:txBody>
      </p:sp>
      <p:sp>
        <p:nvSpPr>
          <p:cNvPr id="11" name="Oval 10"/>
          <p:cNvSpPr/>
          <p:nvPr/>
        </p:nvSpPr>
        <p:spPr>
          <a:xfrm>
            <a:off x="6172200" y="3474720"/>
            <a:ext cx="243840" cy="243840"/>
          </a:xfrm>
          <a:prstGeom prst="ellipse">
            <a:avLst/>
          </a:pr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294120" y="3749039"/>
            <a:ext cx="0" cy="838201"/>
          </a:xfrm>
          <a:prstGeom prst="line">
            <a:avLst/>
          </a:prstGeom>
          <a:ln w="1524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59880" y="3329940"/>
            <a:ext cx="48768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18201E"/>
                </a:solidFill>
                <a:latin typeface="PingFang SC"/>
                <a:ea typeface="PingFang SC"/>
              </a:rPr>
              <a:t>预录深伪会议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880" y="3954780"/>
            <a:ext cx="4876800" cy="541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6A65"/>
                </a:solidFill>
                <a:latin typeface="PingFang SC"/>
                <a:ea typeface="PingFang SC"/>
              </a:rPr>
              <a:t>制造熟人和多人参与的情境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4815840"/>
            <a:ext cx="243840" cy="243840"/>
          </a:xfrm>
          <a:prstGeom prst="ellipse">
            <a:avLst/>
          </a:prstGeom>
          <a:solidFill>
            <a:srgbClr val="C83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9880" y="4671060"/>
            <a:ext cx="48768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C83D31"/>
                </a:solidFill>
                <a:latin typeface="PingFang SC"/>
                <a:ea typeface="PingFang SC"/>
              </a:rPr>
              <a:t>授权转账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9880" y="5295900"/>
            <a:ext cx="4876800" cy="541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6A65"/>
                </a:solidFill>
                <a:latin typeface="PingFang SC"/>
                <a:ea typeface="PingFang SC"/>
              </a:rPr>
              <a:t>把指令转成真实行动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" y="6202680"/>
            <a:ext cx="1103376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PingFang SC"/>
                <a:ea typeface="PingFang SC"/>
              </a:rPr>
              <a:t>案例结构示意；来源：香港特区政府立法会书面答复，2024-06-26。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05 / 交互能力与身份认证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眨眼、转头、说口令，能证明什么？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9120" y="3108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9120" y="2072640"/>
            <a:ext cx="4008120" cy="708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18201E"/>
                </a:solidFill>
                <a:latin typeface="PingFang SC"/>
                <a:ea typeface="PingFang SC"/>
              </a:rPr>
              <a:t>眨眼、转头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2103120"/>
            <a:ext cx="309372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266C57"/>
                </a:solidFill>
                <a:latin typeface="PingFang SC"/>
                <a:ea typeface="PingFang SC"/>
              </a:rPr>
              <a:t>证明有动作？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110740"/>
            <a:ext cx="301752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6A65"/>
                </a:solidFill>
                <a:latin typeface="PingFang SC"/>
                <a:ea typeface="PingFang SC"/>
              </a:rPr>
              <a:t>动作也可以生成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20" y="437388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9120" y="3337560"/>
            <a:ext cx="4008120" cy="708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18201E"/>
                </a:solidFill>
                <a:latin typeface="PingFang SC"/>
                <a:ea typeface="PingFang SC"/>
              </a:rPr>
              <a:t>说一句随机的话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3368040"/>
            <a:ext cx="309372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266C57"/>
                </a:solidFill>
                <a:latin typeface="PingFang SC"/>
                <a:ea typeface="PingFang SC"/>
              </a:rPr>
              <a:t>排除简单重放？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375660"/>
            <a:ext cx="301752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6A65"/>
                </a:solidFill>
                <a:latin typeface="PingFang SC"/>
                <a:ea typeface="PingFang SC"/>
              </a:rPr>
              <a:t>实时系统也可能回应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9120" y="563880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9120" y="4602480"/>
            <a:ext cx="4008120" cy="708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18201E"/>
                </a:solidFill>
                <a:latin typeface="PingFang SC"/>
                <a:ea typeface="PingFang SC"/>
              </a:rPr>
              <a:t>通过已知可信渠道核实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0" y="4632960"/>
            <a:ext cx="309372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266C57"/>
                </a:solidFill>
                <a:latin typeface="PingFang SC"/>
                <a:ea typeface="PingFang SC"/>
              </a:rPr>
              <a:t>增加独立证据？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640580"/>
            <a:ext cx="301752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6A65"/>
                </a:solidFill>
                <a:latin typeface="PingFang SC"/>
                <a:ea typeface="PingFang SC"/>
              </a:rPr>
              <a:t>还要确认渠道与授权流程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" y="6042660"/>
            <a:ext cx="11033760" cy="327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C83D31"/>
                </a:solidFill>
                <a:latin typeface="PingFang SC"/>
                <a:ea typeface="PingFang SC"/>
              </a:rPr>
              <a:t>一项动作检查，只回答其中一部分问题。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06 / 把问题拆准确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“真不真”，至少有三层意思。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2103120"/>
            <a:ext cx="3276600" cy="746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sz="4440" b="0">
                <a:solidFill>
                  <a:srgbClr val="C83D31"/>
                </a:solidFill>
                <a:latin typeface="Menlo"/>
                <a:ea typeface="PingFang SC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9120" y="3086100"/>
            <a:ext cx="3291840" cy="0"/>
          </a:xfrm>
          <a:prstGeom prst="line">
            <a:avLst/>
          </a:prstGeom>
          <a:ln w="1524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9120" y="3413760"/>
            <a:ext cx="332232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8201E"/>
                </a:solidFill>
                <a:latin typeface="PingFang SC"/>
                <a:ea typeface="PingFang SC"/>
              </a:rPr>
              <a:t>制作方式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4655820"/>
            <a:ext cx="3276600" cy="929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>
                <a:solidFill>
                  <a:srgbClr val="626A65"/>
                </a:solidFill>
                <a:latin typeface="PingFang SC"/>
                <a:ea typeface="PingFang SC"/>
              </a:rPr>
              <a:t>是拍摄，还是生成？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4360" y="2103120"/>
            <a:ext cx="3276600" cy="746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sz="4440" b="0">
                <a:solidFill>
                  <a:srgbClr val="C83D31"/>
                </a:solidFill>
                <a:latin typeface="Menlo"/>
                <a:ea typeface="PingFang SC"/>
              </a:rPr>
              <a:t>02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04360" y="3086100"/>
            <a:ext cx="3291839" cy="0"/>
          </a:xfrm>
          <a:prstGeom prst="line">
            <a:avLst/>
          </a:prstGeom>
          <a:ln w="1524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04360" y="3413760"/>
            <a:ext cx="332232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8201E"/>
                </a:solidFill>
                <a:latin typeface="PingFang SC"/>
                <a:ea typeface="PingFang SC"/>
              </a:rPr>
              <a:t>身份与授权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4360" y="4655820"/>
            <a:ext cx="3276600" cy="929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>
                <a:solidFill>
                  <a:srgbClr val="626A65"/>
                </a:solidFill>
                <a:latin typeface="PingFang SC"/>
                <a:ea typeface="PingFang SC"/>
              </a:rPr>
              <a:t>是否由本人认可？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276600" cy="746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sz="4440" b="0">
                <a:solidFill>
                  <a:srgbClr val="C83D31"/>
                </a:solidFill>
                <a:latin typeface="Menlo"/>
                <a:ea typeface="PingFang SC"/>
              </a:rPr>
              <a:t>03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3086100"/>
            <a:ext cx="3291840" cy="0"/>
          </a:xfrm>
          <a:prstGeom prst="line">
            <a:avLst/>
          </a:prstGeom>
          <a:ln w="1524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0" y="3413760"/>
            <a:ext cx="332232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8201E"/>
                </a:solidFill>
                <a:latin typeface="PingFang SC"/>
                <a:ea typeface="PingFang SC"/>
              </a:rPr>
              <a:t>内容事实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655820"/>
            <a:ext cx="3276600" cy="929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>
                <a:solidFill>
                  <a:srgbClr val="626A65"/>
                </a:solidFill>
                <a:latin typeface="PingFang SC"/>
                <a:ea typeface="PingFang SC"/>
              </a:rPr>
              <a:t>说的事情是否属实？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9120" y="5913120"/>
            <a:ext cx="11033760" cy="403860"/>
          </a:xfrm>
          <a:prstGeom prst="rect">
            <a:avLst/>
          </a:prstGeom>
          <a:solidFill>
            <a:srgbClr val="18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5966460"/>
            <a:ext cx="10668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EDEEE6"/>
                </a:solidFill>
                <a:latin typeface="PingFang SC"/>
                <a:ea typeface="PingFang SC"/>
              </a:rPr>
              <a:t>判断“合成”本身，回答不了所有问题。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06 / 检测是证据之一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再让 AI 检测 AI，就能结束争论吗？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2087880"/>
            <a:ext cx="3810000" cy="148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18201E"/>
                </a:solidFill>
                <a:latin typeface="PingFang SC"/>
                <a:ea typeface="PingFang SC"/>
              </a:rPr>
              <a:t>它也会</a:t>
            </a:r>
          </a:p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18201E"/>
                </a:solidFill>
                <a:latin typeface="PingFang SC"/>
                <a:ea typeface="PingFang SC"/>
              </a:rPr>
              <a:t>误报和漏报。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4511040"/>
            <a:ext cx="3810000" cy="1257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626A65"/>
                </a:solidFill>
                <a:latin typeface="PingFang SC"/>
                <a:ea typeface="PingFang SC"/>
              </a:rPr>
              <a:t>一个检测结果，</a:t>
            </a:r>
          </a:p>
          <a:p>
            <a:pPr algn="l">
              <a:lnSpc>
                <a:spcPts val="2475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626A65"/>
                </a:solidFill>
                <a:latin typeface="PingFang SC"/>
                <a:ea typeface="PingFang SC"/>
              </a:rPr>
              <a:t>还需要结合来源、上下文</a:t>
            </a:r>
          </a:p>
          <a:p>
            <a:pPr algn="l">
              <a:lnSpc>
                <a:spcPts val="2475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626A65"/>
                </a:solidFill>
                <a:latin typeface="PingFang SC"/>
                <a:ea typeface="PingFang SC"/>
              </a:rPr>
              <a:t>和其他独立证据。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1720" y="2072640"/>
            <a:ext cx="2438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1E"/>
                </a:solidFill>
                <a:latin typeface="PingFang SC"/>
                <a:ea typeface="PingFang SC"/>
              </a:rPr>
              <a:t>实际：拍摄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80120" y="2072640"/>
            <a:ext cx="2438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1E"/>
                </a:solidFill>
                <a:latin typeface="PingFang SC"/>
                <a:ea typeface="PingFang SC"/>
              </a:rPr>
              <a:t>实际：合成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1720" y="2727960"/>
            <a:ext cx="2438400" cy="1371600"/>
          </a:xfrm>
          <a:prstGeom prst="rect">
            <a:avLst/>
          </a:prstGeom>
          <a:solidFill>
            <a:srgbClr val="E3E5DC"/>
          </a:solidFill>
          <a:ln w="30480">
            <a:solidFill>
              <a:srgbClr val="F2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8880" y="3147060"/>
            <a:ext cx="216408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75"/>
              </a:lnSpc>
              <a:spcBef>
                <a:spcPts val="0"/>
              </a:spcBef>
              <a:spcAft>
                <a:spcPts val="0"/>
              </a:spcAft>
            </a:pPr>
            <a:r>
              <a:rPr sz="2460" b="1">
                <a:solidFill>
                  <a:srgbClr val="266C57"/>
                </a:solidFill>
                <a:latin typeface="PingFang SC"/>
                <a:ea typeface="PingFang SC"/>
              </a:rPr>
              <a:t>正确识别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80120" y="2727960"/>
            <a:ext cx="2438400" cy="1371600"/>
          </a:xfrm>
          <a:prstGeom prst="rect">
            <a:avLst/>
          </a:prstGeom>
          <a:solidFill>
            <a:srgbClr val="F0D9CD"/>
          </a:solidFill>
          <a:ln w="30480">
            <a:solidFill>
              <a:srgbClr val="F2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0" y="3147060"/>
            <a:ext cx="216408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75"/>
              </a:lnSpc>
              <a:spcBef>
                <a:spcPts val="0"/>
              </a:spcBef>
              <a:spcAft>
                <a:spcPts val="0"/>
              </a:spcAft>
            </a:pPr>
            <a:r>
              <a:rPr sz="2460" b="1">
                <a:solidFill>
                  <a:srgbClr val="C83D31"/>
                </a:solidFill>
                <a:latin typeface="PingFang SC"/>
                <a:ea typeface="PingFang SC"/>
              </a:rPr>
              <a:t>漏报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1720" y="4099560"/>
            <a:ext cx="2438400" cy="1371600"/>
          </a:xfrm>
          <a:prstGeom prst="rect">
            <a:avLst/>
          </a:prstGeom>
          <a:solidFill>
            <a:srgbClr val="F0D9CD"/>
          </a:solidFill>
          <a:ln w="30480">
            <a:solidFill>
              <a:srgbClr val="F2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8880" y="4518660"/>
            <a:ext cx="216408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75"/>
              </a:lnSpc>
              <a:spcBef>
                <a:spcPts val="0"/>
              </a:spcBef>
              <a:spcAft>
                <a:spcPts val="0"/>
              </a:spcAft>
            </a:pPr>
            <a:r>
              <a:rPr sz="2460" b="1">
                <a:solidFill>
                  <a:srgbClr val="C83D31"/>
                </a:solidFill>
                <a:latin typeface="PingFang SC"/>
                <a:ea typeface="PingFang SC"/>
              </a:rPr>
              <a:t>误报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0120" y="4099560"/>
            <a:ext cx="2438400" cy="1371600"/>
          </a:xfrm>
          <a:prstGeom prst="rect">
            <a:avLst/>
          </a:prstGeom>
          <a:solidFill>
            <a:srgbClr val="E3E5DC"/>
          </a:solidFill>
          <a:ln w="30480">
            <a:solidFill>
              <a:srgbClr val="F2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7280" y="4518660"/>
            <a:ext cx="216408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75"/>
              </a:lnSpc>
              <a:spcBef>
                <a:spcPts val="0"/>
              </a:spcBef>
              <a:spcAft>
                <a:spcPts val="0"/>
              </a:spcAft>
            </a:pPr>
            <a:r>
              <a:rPr sz="2460" b="1">
                <a:solidFill>
                  <a:srgbClr val="266C57"/>
                </a:solidFill>
                <a:latin typeface="PingFang SC"/>
                <a:ea typeface="PingFang SC"/>
              </a:rPr>
              <a:t>正确识别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093720"/>
            <a:ext cx="12192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626A65"/>
                </a:solidFill>
                <a:latin typeface="PingFang SC"/>
                <a:ea typeface="PingFang SC"/>
              </a:rPr>
              <a:t>判断为</a:t>
            </a:r>
          </a:p>
          <a:p>
            <a:pPr algn="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626A65"/>
                </a:solidFill>
                <a:latin typeface="PingFang SC"/>
                <a:ea typeface="PingFang SC"/>
              </a:rPr>
              <a:t>拍摄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465320"/>
            <a:ext cx="12192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626A65"/>
                </a:solidFill>
                <a:latin typeface="PingFang SC"/>
                <a:ea typeface="PingFang SC"/>
              </a:rPr>
              <a:t>判断为</a:t>
            </a:r>
          </a:p>
          <a:p>
            <a:pPr algn="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626A65"/>
                </a:solidFill>
                <a:latin typeface="PingFang SC"/>
                <a:ea typeface="PingFang SC"/>
              </a:rPr>
              <a:t>合成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1720" y="5814060"/>
            <a:ext cx="5105400" cy="3124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概念图 · 不包含实测准确率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AAB7AD"/>
                </a:solidFill>
                <a:latin typeface="PingFang SC"/>
                <a:ea typeface="PingFang SC"/>
              </a:rPr>
              <a:t>06 / 从内容检查走向信任链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EDEEE6"/>
                </a:solidFill>
                <a:latin typeface="PingFang SC"/>
                <a:ea typeface="PingFang SC"/>
              </a:rPr>
              <a:t>怎样为“是本人”增加证据？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2011680"/>
            <a:ext cx="1828800" cy="6934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660" b="1">
                <a:solidFill>
                  <a:srgbClr val="B8EDC7"/>
                </a:solidFill>
                <a:latin typeface="PingFang SC"/>
                <a:ea typeface="PingFang SC"/>
              </a:rPr>
              <a:t>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8500" y="2034540"/>
            <a:ext cx="4221480" cy="662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EDEEE6"/>
                </a:solidFill>
                <a:latin typeface="PingFang SC"/>
                <a:ea typeface="PingFang SC"/>
              </a:rPr>
              <a:t>从哪里来？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5800" y="2080260"/>
            <a:ext cx="3307080" cy="701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BBC6BA"/>
                </a:solidFill>
                <a:latin typeface="PingFang SC"/>
                <a:ea typeface="PingFang SC"/>
              </a:rPr>
              <a:t>核实已知渠道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9120" y="3070860"/>
            <a:ext cx="11033760" cy="0"/>
          </a:xfrm>
          <a:prstGeom prst="line">
            <a:avLst/>
          </a:prstGeom>
          <a:ln w="7620">
            <a:solidFill>
              <a:srgbClr val="3B4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9120" y="3299460"/>
            <a:ext cx="1828800" cy="6934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660" b="1">
                <a:solidFill>
                  <a:srgbClr val="B8EDC7"/>
                </a:solidFill>
                <a:latin typeface="PingFang SC"/>
                <a:ea typeface="PingFang SC"/>
              </a:rPr>
              <a:t>身份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8500" y="3322320"/>
            <a:ext cx="4221480" cy="662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EDEEE6"/>
                </a:solidFill>
                <a:latin typeface="PingFang SC"/>
                <a:ea typeface="PingFang SC"/>
              </a:rPr>
              <a:t>谁在发布或签署？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5800" y="3368040"/>
            <a:ext cx="3307080" cy="701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BBC6BA"/>
                </a:solidFill>
                <a:latin typeface="PingFang SC"/>
                <a:ea typeface="PingFang SC"/>
              </a:rPr>
              <a:t>验证可信来源记录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9120" y="4358640"/>
            <a:ext cx="11033760" cy="0"/>
          </a:xfrm>
          <a:prstGeom prst="line">
            <a:avLst/>
          </a:prstGeom>
          <a:ln w="7620">
            <a:solidFill>
              <a:srgbClr val="3B4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9120" y="4587240"/>
            <a:ext cx="1828800" cy="6934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660" b="1">
                <a:solidFill>
                  <a:srgbClr val="F3B5A5"/>
                </a:solidFill>
                <a:latin typeface="PingFang SC"/>
                <a:ea typeface="PingFang SC"/>
              </a:rPr>
              <a:t>授权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8500" y="4610100"/>
            <a:ext cx="4221480" cy="662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EDEEE6"/>
                </a:solidFill>
                <a:latin typeface="PingFang SC"/>
                <a:ea typeface="PingFang SC"/>
              </a:rPr>
              <a:t>能据此执行什么？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4655820"/>
            <a:ext cx="3307080" cy="701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BBC6BA"/>
                </a:solidFill>
                <a:latin typeface="PingFang SC"/>
                <a:ea typeface="PingFang SC"/>
              </a:rPr>
              <a:t>重要行动独立确认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9120" y="5646420"/>
            <a:ext cx="11033760" cy="0"/>
          </a:xfrm>
          <a:prstGeom prst="line">
            <a:avLst/>
          </a:prstGeom>
          <a:ln w="7620">
            <a:solidFill>
              <a:srgbClr val="3B4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9120" y="6103620"/>
            <a:ext cx="1103376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AAB7AD"/>
                </a:solidFill>
                <a:latin typeface="PingFang SC"/>
                <a:ea typeface="PingFang SC"/>
              </a:rPr>
              <a:t>来源凭证帮助验证记录；内容是否属实仍要看证据。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69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B7AD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AAB7AD"/>
                </a:solidFill>
                <a:latin typeface="Menlo"/>
                <a:ea typeface="PingFang SC"/>
              </a:rP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07 / 技术、表达与责任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同样的能力，边界由谁决定？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2004060"/>
            <a:ext cx="531876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75"/>
              </a:lnSpc>
              <a:spcBef>
                <a:spcPts val="0"/>
              </a:spcBef>
              <a:spcAft>
                <a:spcPts val="0"/>
              </a:spcAft>
            </a:pPr>
            <a:r>
              <a:rPr sz="3179" b="1">
                <a:solidFill>
                  <a:srgbClr val="266C57"/>
                </a:solidFill>
                <a:latin typeface="PingFang SC"/>
                <a:ea typeface="PingFang SC"/>
              </a:rPr>
              <a:t>本人授权的表达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6080" y="2004060"/>
            <a:ext cx="48768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75"/>
              </a:lnSpc>
              <a:spcBef>
                <a:spcPts val="0"/>
              </a:spcBef>
              <a:spcAft>
                <a:spcPts val="0"/>
              </a:spcAft>
            </a:pPr>
            <a:r>
              <a:rPr sz="2940" b="1">
                <a:solidFill>
                  <a:srgbClr val="C83D31"/>
                </a:solidFill>
                <a:latin typeface="PingFang SC"/>
                <a:ea typeface="PingFang SC"/>
              </a:rPr>
              <a:t>借用身份取得信任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89320" y="2004060"/>
            <a:ext cx="0" cy="3649980"/>
          </a:xfrm>
          <a:prstGeom prst="line">
            <a:avLst/>
          </a:prstGeom>
          <a:ln w="1524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9120" y="3124200"/>
            <a:ext cx="4953000" cy="163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460" b="0">
                <a:solidFill>
                  <a:srgbClr val="18201E"/>
                </a:solidFill>
                <a:latin typeface="PingFang SC"/>
                <a:ea typeface="PingFang SC"/>
              </a:rPr>
              <a:t>配音与跨语言讲解</a:t>
            </a:r>
          </a:p>
          <a:p>
            <a:pPr algn="l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460" b="0">
                <a:solidFill>
                  <a:srgbClr val="18201E"/>
                </a:solidFill>
                <a:latin typeface="PingFang SC"/>
                <a:ea typeface="PingFang SC"/>
              </a:rPr>
              <a:t>获授权的角色创作</a:t>
            </a:r>
          </a:p>
          <a:p>
            <a:pPr algn="l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460" b="0">
                <a:solidFill>
                  <a:srgbClr val="18201E"/>
                </a:solidFill>
                <a:latin typeface="PingFang SC"/>
                <a:ea typeface="PingFang SC"/>
              </a:rPr>
              <a:t>辅助表达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6080" y="3124200"/>
            <a:ext cx="4876800" cy="163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460" b="0">
                <a:solidFill>
                  <a:srgbClr val="18201E"/>
                </a:solidFill>
                <a:latin typeface="PingFang SC"/>
                <a:ea typeface="PingFang SC"/>
              </a:rPr>
              <a:t>冒充本人发言</a:t>
            </a:r>
          </a:p>
          <a:p>
            <a:pPr algn="l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460" b="0">
                <a:solidFill>
                  <a:srgbClr val="18201E"/>
                </a:solidFill>
                <a:latin typeface="PingFang SC"/>
                <a:ea typeface="PingFang SC"/>
              </a:rPr>
              <a:t>伪造认可与承诺</a:t>
            </a:r>
          </a:p>
          <a:p>
            <a:pPr algn="l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460" b="0">
                <a:solidFill>
                  <a:srgbClr val="18201E"/>
                </a:solidFill>
                <a:latin typeface="PingFang SC"/>
                <a:ea typeface="PingFang SC"/>
              </a:rPr>
              <a:t>让他人据此采取行动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5935980"/>
            <a:ext cx="110337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201E"/>
                </a:solidFill>
                <a:latin typeface="PingFang SC"/>
                <a:ea typeface="PingFang SC"/>
              </a:rPr>
              <a:t>谁同意了什么用途？观众知道什么？后果由谁承担？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07 / 留一个值得争论的问题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1356360"/>
            <a:ext cx="11033760" cy="2087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408"/>
              </a:lnSpc>
              <a:spcBef>
                <a:spcPts val="0"/>
              </a:spcBef>
              <a:spcAft>
                <a:spcPts val="0"/>
              </a:spcAft>
            </a:pPr>
            <a:r>
              <a:rPr sz="5340" b="1">
                <a:solidFill>
                  <a:srgbClr val="18201E"/>
                </a:solidFill>
                <a:latin typeface="PingFang SC"/>
                <a:ea typeface="PingFang SC"/>
              </a:rPr>
              <a:t>我授权数字分身，</a:t>
            </a:r>
          </a:p>
          <a:p>
            <a:pPr algn="l">
              <a:lnSpc>
                <a:spcPts val="6408"/>
              </a:lnSpc>
              <a:spcBef>
                <a:spcPts val="0"/>
              </a:spcBef>
              <a:spcAft>
                <a:spcPts val="0"/>
              </a:spcAft>
            </a:pPr>
            <a:r>
              <a:rPr sz="5340" b="1">
                <a:solidFill>
                  <a:srgbClr val="18201E"/>
                </a:solidFill>
                <a:latin typeface="PingFang SC"/>
                <a:ea typeface="PingFang SC"/>
              </a:rPr>
              <a:t>读出我认可的讲稿。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3916680"/>
            <a:ext cx="11033760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</a:pPr>
            <a:r>
              <a:rPr sz="4560" b="1">
                <a:solidFill>
                  <a:srgbClr val="C83D31"/>
                </a:solidFill>
                <a:latin typeface="PingFang SC"/>
                <a:ea typeface="PingFang SC"/>
              </a:rPr>
              <a:t>你会把它叫作“假的”吗？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9120" y="56235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9120" y="5913120"/>
            <a:ext cx="11033760" cy="426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626A65"/>
                </a:solidFill>
                <a:latin typeface="PingFang SC"/>
                <a:ea typeface="PingFang SC"/>
              </a:rPr>
              <a:t>讨论依据：制作方式 / 本人授权 / 内容事实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AAB7AD"/>
                </a:solidFill>
                <a:latin typeface="PingFang SC"/>
                <a:ea typeface="PingFang SC"/>
              </a:rPr>
              <a:t>AI 安全 · 生成 / 检测 / 认证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1402080"/>
            <a:ext cx="11033760" cy="2362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54"/>
              </a:lnSpc>
              <a:spcBef>
                <a:spcPts val="0"/>
              </a:spcBef>
              <a:spcAft>
                <a:spcPts val="0"/>
              </a:spcAft>
            </a:pPr>
            <a:r>
              <a:rPr sz="6420" b="1">
                <a:solidFill>
                  <a:srgbClr val="EDEEE6"/>
                </a:solidFill>
                <a:latin typeface="PingFang SC"/>
                <a:ea typeface="PingFang SC"/>
              </a:rPr>
              <a:t>声音和脸</a:t>
            </a:r>
          </a:p>
          <a:p>
            <a:pPr algn="l">
              <a:lnSpc>
                <a:spcPts val="7254"/>
              </a:lnSpc>
              <a:spcBef>
                <a:spcPts val="0"/>
              </a:spcBef>
              <a:spcAft>
                <a:spcPts val="0"/>
              </a:spcAft>
            </a:pPr>
            <a:r>
              <a:rPr sz="6420" b="1">
                <a:solidFill>
                  <a:srgbClr val="EDEEE6"/>
                </a:solidFill>
                <a:latin typeface="PingFang SC"/>
                <a:ea typeface="PingFang SC"/>
              </a:rPr>
              <a:t>可以生成。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4145280"/>
            <a:ext cx="11033760" cy="1082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225"/>
              </a:lnSpc>
              <a:spcBef>
                <a:spcPts val="0"/>
              </a:spcBef>
              <a:spcAft>
                <a:spcPts val="0"/>
              </a:spcAft>
            </a:pPr>
            <a:r>
              <a:rPr sz="4980" b="1">
                <a:solidFill>
                  <a:srgbClr val="B8EDC7"/>
                </a:solidFill>
                <a:latin typeface="PingFang SC"/>
                <a:ea typeface="PingFang SC"/>
              </a:rPr>
              <a:t>信任需要更多证据。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5882640"/>
            <a:ext cx="110337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2039" b="0">
                <a:solidFill>
                  <a:srgbClr val="AAB7AD"/>
                </a:solidFill>
                <a:latin typeface="PingFang SC"/>
                <a:ea typeface="PingFang SC"/>
              </a:rPr>
              <a:t>从哪里来 · 谁认可 · 据此做什么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69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B7AD"/>
                </a:solidFill>
                <a:latin typeface="PingFang SC"/>
                <a:ea typeface="PingFang SC"/>
              </a:rPr>
              <a:t>谁在替我说话 / 声音克隆与人脸合成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AAB7AD"/>
                </a:solidFill>
                <a:latin typeface="Menlo"/>
                <a:ea typeface="PingFang SC"/>
              </a:rPr>
              <a:t>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教师附录 / 不计入 40 分钟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教师附录：四份素材，完成主展示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9120" y="28422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9120" y="1988819"/>
            <a:ext cx="45720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18201E"/>
                </a:solidFill>
                <a:latin typeface="PingFang SC"/>
                <a:ea typeface="PingFang SC"/>
              </a:rPr>
              <a:t>本人参考录音 + 逐字稿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011680"/>
            <a:ext cx="6096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266C57"/>
                </a:solidFill>
                <a:latin typeface="Menlo"/>
                <a:ea typeface="PingFang SC"/>
              </a:rPr>
              <a:t>teacher_reference.wav / 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423160"/>
            <a:ext cx="6096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626A65"/>
                </a:solidFill>
                <a:latin typeface="PingFang SC"/>
                <a:ea typeface="PingFang SC"/>
              </a:rPr>
              <a:t>声音线索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20" y="3878579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9120" y="3025140"/>
            <a:ext cx="45720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18201E"/>
                </a:solidFill>
                <a:latin typeface="PingFang SC"/>
                <a:ea typeface="PingFang SC"/>
              </a:rPr>
              <a:t>比较台词 / 开场台词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048000"/>
            <a:ext cx="6096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266C57"/>
                </a:solidFill>
                <a:latin typeface="Menlo"/>
                <a:ea typeface="PingFang SC"/>
              </a:rPr>
              <a:t>comparison_text.txt / demo_text.txt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459480"/>
            <a:ext cx="6096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626A65"/>
                </a:solidFill>
                <a:latin typeface="PingFang SC"/>
                <a:ea typeface="PingFang SC"/>
              </a:rPr>
              <a:t>A/B 同句对照；开场另用未录过的新台词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9120" y="491490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9120" y="4061460"/>
            <a:ext cx="45720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18201E"/>
                </a:solidFill>
                <a:latin typeface="PingFang SC"/>
                <a:ea typeface="PingFang SC"/>
              </a:rPr>
              <a:t>本人原声对照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084320"/>
            <a:ext cx="6096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266C57"/>
                </a:solidFill>
                <a:latin typeface="Menlo"/>
                <a:ea typeface="PingFang SC"/>
              </a:rPr>
              <a:t>teacher_real.wav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495800"/>
            <a:ext cx="6096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626A65"/>
                </a:solidFill>
                <a:latin typeface="PingFang SC"/>
                <a:ea typeface="PingFang SC"/>
              </a:rPr>
              <a:t>与 A/B 合成声音读同一段话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9120" y="595122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9120" y="5097780"/>
            <a:ext cx="45720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18201E"/>
                </a:solidFill>
                <a:latin typeface="PingFang SC"/>
                <a:ea typeface="PingFang SC"/>
              </a:rPr>
              <a:t>本人肖像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120640"/>
            <a:ext cx="6096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266C57"/>
                </a:solidFill>
                <a:latin typeface="Menlo"/>
                <a:ea typeface="PingFang SC"/>
              </a:rPr>
              <a:t>teacher.jpg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532120"/>
            <a:ext cx="6096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626A65"/>
                </a:solidFill>
                <a:latin typeface="PingFang SC"/>
                <a:ea typeface="PingFang SC"/>
              </a:rPr>
              <a:t>正面、单人、嘴自然闭合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教师资料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教师附录 / 实现与课堂节奏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教师附录：演示与设备边界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2065020"/>
            <a:ext cx="3429000" cy="655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760" b="0">
                <a:solidFill>
                  <a:srgbClr val="266C57"/>
                </a:solidFill>
                <a:latin typeface="Menlo"/>
                <a:ea typeface="PingFang SC"/>
              </a:rPr>
              <a:t>F5-TTS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065020"/>
            <a:ext cx="6858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18201E"/>
                </a:solidFill>
                <a:latin typeface="PingFang SC"/>
                <a:ea typeface="PingFang SC"/>
              </a:rPr>
              <a:t>参考声样 + 台词 → 声音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689860"/>
            <a:ext cx="68580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626A65"/>
                </a:solidFill>
                <a:latin typeface="PingFang SC"/>
                <a:ea typeface="PingFang SC"/>
              </a:rPr>
              <a:t>Mac / MPS；先完成本人素材实测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9120" y="316992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9120" y="3390900"/>
            <a:ext cx="3429000" cy="655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760" b="0">
                <a:solidFill>
                  <a:srgbClr val="18201E"/>
                </a:solidFill>
                <a:latin typeface="Menlo"/>
                <a:ea typeface="PingFang SC"/>
              </a:rPr>
              <a:t>SadTalker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390900"/>
            <a:ext cx="6858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18201E"/>
                </a:solidFill>
                <a:latin typeface="PingFang SC"/>
                <a:ea typeface="PingFang SC"/>
              </a:rPr>
              <a:t>肖像 + 音频 → 说话视频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015740"/>
            <a:ext cx="68580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626A65"/>
                </a:solidFill>
                <a:latin typeface="PingFang SC"/>
                <a:ea typeface="PingFang SC"/>
              </a:rPr>
              <a:t>Mac / CPU；视频课前生成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9120" y="449580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9120" y="4716780"/>
            <a:ext cx="3429000" cy="655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760" b="0">
                <a:solidFill>
                  <a:srgbClr val="18201E"/>
                </a:solidFill>
                <a:latin typeface="Menlo"/>
                <a:ea typeface="PingFang SC"/>
              </a:rPr>
              <a:t>LivePortrait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716780"/>
            <a:ext cx="6858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18201E"/>
                </a:solidFill>
                <a:latin typeface="PingFang SC"/>
                <a:ea typeface="PingFang SC"/>
              </a:rPr>
              <a:t>肖像 + 驱动视频 → 动画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341620"/>
            <a:ext cx="68580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626A65"/>
                </a:solidFill>
                <a:latin typeface="PingFang SC"/>
                <a:ea typeface="PingFang SC"/>
              </a:rPr>
              <a:t>扩展项目；不自动按新音频对口型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9120" y="582168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9120" y="6164580"/>
            <a:ext cx="1103376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3D31"/>
                </a:solidFill>
                <a:latin typeface="PingFang SC"/>
                <a:ea typeface="PingFang SC"/>
              </a:rPr>
              <a:t>当前真人素材与 Mac 推理尚未完成；界面图解不冒充模型实测。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教师资料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27660"/>
            <a:ext cx="11033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26A65"/>
                </a:solidFill>
                <a:latin typeface="PingFang SC"/>
                <a:ea typeface="PingFang SC"/>
              </a:rPr>
              <a:t>教师附录 / 官方项目与一手资料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22960"/>
            <a:ext cx="11033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8201E"/>
                </a:solidFill>
                <a:latin typeface="PingFang SC"/>
                <a:ea typeface="PingFang SC"/>
              </a:rPr>
              <a:t>教师附录：来源与图解说明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1920240"/>
            <a:ext cx="1103376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1E"/>
                </a:solidFill>
                <a:latin typeface="PingFang SC"/>
                <a:ea typeface="PingFang SC"/>
              </a:rPr>
              <a:t>F5-TTS · 声音生成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2369820"/>
            <a:ext cx="1103376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6C57"/>
                </a:solidFill>
                <a:latin typeface="Menlo"/>
                <a:ea typeface="PingFang SC"/>
              </a:rPr>
              <a:t>https://github.com/SWivid/F5-TTS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" y="3025140"/>
            <a:ext cx="1103376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1E"/>
                </a:solidFill>
                <a:latin typeface="PingFang SC"/>
                <a:ea typeface="PingFang SC"/>
              </a:rPr>
              <a:t>SadTalker / LivePortrait · 人像动画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3474720"/>
            <a:ext cx="1103376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6C57"/>
                </a:solidFill>
                <a:latin typeface="Menlo"/>
                <a:ea typeface="PingFang SC"/>
              </a:rPr>
              <a:t>https://github.com/OpenTalker/SadTalker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6C57"/>
                </a:solidFill>
                <a:latin typeface="Menlo"/>
                <a:ea typeface="PingFang SC"/>
              </a:rPr>
              <a:t>https://github.com/KlingAIResearch/LivePortrait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4130040"/>
            <a:ext cx="1103376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1E"/>
                </a:solidFill>
                <a:latin typeface="PingFang SC"/>
                <a:ea typeface="PingFang SC"/>
              </a:rPr>
              <a:t>深伪视频会议案例 · 香港特区政府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4579620"/>
            <a:ext cx="1103376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6C57"/>
                </a:solidFill>
                <a:latin typeface="Menlo"/>
                <a:ea typeface="PingFang SC"/>
              </a:rPr>
              <a:t>https://www.info.gov.hk/gia/general/202406/26/P2024062600193.htm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120" y="5234940"/>
            <a:ext cx="1103376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1E"/>
                </a:solidFill>
                <a:latin typeface="PingFang SC"/>
                <a:ea typeface="PingFang SC"/>
              </a:rPr>
              <a:t>来源记录与内容凭证 · C2PA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" y="5684520"/>
            <a:ext cx="1103376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6C57"/>
                </a:solidFill>
                <a:latin typeface="Menlo"/>
                <a:ea typeface="PingFang SC"/>
              </a:rPr>
              <a:t>https://spec.c2pa.org/specifications/specifications/2.2/explainer/Explainer.html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9120" y="6537960"/>
            <a:ext cx="11033760" cy="0"/>
          </a:xfrm>
          <a:prstGeom prst="line">
            <a:avLst/>
          </a:prstGeom>
          <a:ln w="7620">
            <a:solidFill>
              <a:srgbClr val="D1D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9120" y="6637020"/>
            <a:ext cx="914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A65"/>
                </a:solidFill>
                <a:latin typeface="PingFang SC"/>
                <a:ea typeface="PingFang SC"/>
              </a:rPr>
              <a:t>教师资料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800" y="6606540"/>
            <a:ext cx="1021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6A65"/>
                </a:solidFill>
                <a:latin typeface="Menlo"/>
                <a:ea typeface="PingFang SC"/>
              </a:rP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谁在替我说话？</dc:title>
  <dc:subject>声音克隆、人脸合成与身份验证｜40 分钟科技报告</dc:subject>
  <dc:creator>科技报告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